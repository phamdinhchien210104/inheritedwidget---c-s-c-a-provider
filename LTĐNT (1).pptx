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8" r:id="rId2"/>
    <p:sldId id="259" r:id="rId3"/>
    <p:sldId id="291" r:id="rId4"/>
    <p:sldId id="264" r:id="rId5"/>
    <p:sldId id="280" r:id="rId6"/>
    <p:sldId id="306" r:id="rId7"/>
    <p:sldId id="305" r:id="rId8"/>
    <p:sldId id="307" r:id="rId9"/>
    <p:sldId id="308" r:id="rId10"/>
    <p:sldId id="309" r:id="rId11"/>
    <p:sldId id="312" r:id="rId12"/>
    <p:sldId id="310" r:id="rId13"/>
    <p:sldId id="311" r:id="rId14"/>
    <p:sldId id="27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7373"/>
    <a:srgbClr val="1F0C40"/>
    <a:srgbClr val="404040"/>
    <a:srgbClr val="6E54FF"/>
    <a:srgbClr val="7E779F"/>
    <a:srgbClr val="74C4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7A4CAA-8F7E-09E6-98EA-FFAA69095525}" v="102" dt="2025-11-10T17:49:02.9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099956-B9D1-4CB7-A203-B4471C0E06E5}" type="datetimeFigureOut">
              <a:rPr lang="en-US" smtClean="0"/>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FC0E4A-53C6-4D93-925C-7C2A4FB6BACF}" type="slidenum">
              <a:rPr lang="en-US" smtClean="0"/>
              <a:t>‹#›</a:t>
            </a:fld>
            <a:endParaRPr lang="en-US"/>
          </a:p>
        </p:txBody>
      </p:sp>
    </p:spTree>
    <p:extLst>
      <p:ext uri="{BB962C8B-B14F-4D97-AF65-F5344CB8AC3E}">
        <p14:creationId xmlns:p14="http://schemas.microsoft.com/office/powerpoint/2010/main" val="2483830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AFC0E4A-53C6-4D93-925C-7C2A4FB6BACF}" type="slidenum">
              <a:rPr lang="en-US" smtClean="0"/>
              <a:t>1</a:t>
            </a:fld>
            <a:endParaRPr lang="en-US"/>
          </a:p>
        </p:txBody>
      </p:sp>
    </p:spTree>
    <p:extLst>
      <p:ext uri="{BB962C8B-B14F-4D97-AF65-F5344CB8AC3E}">
        <p14:creationId xmlns:p14="http://schemas.microsoft.com/office/powerpoint/2010/main" val="3955047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rPr>
              <a:t>Client-Server </a:t>
            </a:r>
            <a:r>
              <a:rPr lang="en-US" err="1">
                <a:solidFill>
                  <a:schemeClr val="bg1"/>
                </a:solidFill>
              </a:rPr>
              <a:t>độc</a:t>
            </a:r>
            <a:r>
              <a:rPr lang="en-US">
                <a:solidFill>
                  <a:schemeClr val="bg1"/>
                </a:solidFill>
              </a:rPr>
              <a:t> </a:t>
            </a:r>
            <a:r>
              <a:rPr lang="en-US" err="1">
                <a:solidFill>
                  <a:schemeClr val="bg1"/>
                </a:solidFill>
              </a:rPr>
              <a:t>lập</a:t>
            </a:r>
            <a:r>
              <a:rPr lang="en-US">
                <a:solidFill>
                  <a:schemeClr val="bg1"/>
                </a:solidFill>
              </a:rPr>
              <a:t>/</a:t>
            </a:r>
            <a:r>
              <a:rPr lang="en-US" err="1">
                <a:solidFill>
                  <a:schemeClr val="bg1"/>
                </a:solidFill>
              </a:rPr>
              <a:t>riêng</a:t>
            </a:r>
            <a:r>
              <a:rPr lang="en-US">
                <a:solidFill>
                  <a:schemeClr val="bg1"/>
                </a:solidFill>
              </a:rPr>
              <a:t> </a:t>
            </a:r>
            <a:r>
              <a:rPr lang="en-US" err="1">
                <a:solidFill>
                  <a:schemeClr val="bg1"/>
                </a:solidFill>
              </a:rPr>
              <a:t>biệt</a:t>
            </a:r>
            <a:r>
              <a:rPr lang="en-US">
                <a:solidFill>
                  <a:schemeClr val="bg1"/>
                </a:solidFill>
              </a:rPr>
              <a:t>, 2 </a:t>
            </a:r>
            <a:r>
              <a:rPr lang="en-US" err="1">
                <a:solidFill>
                  <a:schemeClr val="bg1"/>
                </a:solidFill>
              </a:rPr>
              <a:t>cái</a:t>
            </a:r>
            <a:r>
              <a:rPr lang="en-US">
                <a:solidFill>
                  <a:schemeClr val="bg1"/>
                </a:solidFill>
              </a:rPr>
              <a:t> </a:t>
            </a:r>
            <a:r>
              <a:rPr lang="en-US" err="1">
                <a:solidFill>
                  <a:schemeClr val="bg1"/>
                </a:solidFill>
              </a:rPr>
              <a:t>này</a:t>
            </a:r>
            <a:r>
              <a:rPr lang="en-US">
                <a:solidFill>
                  <a:schemeClr val="bg1"/>
                </a:solidFill>
              </a:rPr>
              <a:t> </a:t>
            </a:r>
            <a:r>
              <a:rPr lang="en-US" err="1">
                <a:solidFill>
                  <a:schemeClr val="bg1"/>
                </a:solidFill>
              </a:rPr>
              <a:t>sẽ</a:t>
            </a:r>
            <a:r>
              <a:rPr lang="en-US">
                <a:solidFill>
                  <a:schemeClr val="bg1"/>
                </a:solidFill>
              </a:rPr>
              <a:t> </a:t>
            </a:r>
            <a:r>
              <a:rPr lang="en-US" err="1">
                <a:solidFill>
                  <a:schemeClr val="bg1"/>
                </a:solidFill>
              </a:rPr>
              <a:t>không</a:t>
            </a:r>
            <a:r>
              <a:rPr lang="en-US">
                <a:solidFill>
                  <a:schemeClr val="bg1"/>
                </a:solidFill>
              </a:rPr>
              <a:t> </a:t>
            </a:r>
            <a:r>
              <a:rPr lang="en-US" err="1">
                <a:solidFill>
                  <a:schemeClr val="bg1"/>
                </a:solidFill>
              </a:rPr>
              <a:t>cần</a:t>
            </a:r>
            <a:r>
              <a:rPr lang="en-US">
                <a:solidFill>
                  <a:schemeClr val="bg1"/>
                </a:solidFill>
              </a:rPr>
              <a:t> </a:t>
            </a:r>
            <a:r>
              <a:rPr lang="en-US" err="1">
                <a:solidFill>
                  <a:schemeClr val="bg1"/>
                </a:solidFill>
              </a:rPr>
              <a:t>biết</a:t>
            </a:r>
            <a:r>
              <a:rPr lang="en-US">
                <a:solidFill>
                  <a:schemeClr val="bg1"/>
                </a:solidFill>
              </a:rPr>
              <a:t> logic </a:t>
            </a:r>
            <a:r>
              <a:rPr lang="en-US" err="1">
                <a:solidFill>
                  <a:schemeClr val="bg1"/>
                </a:solidFill>
              </a:rPr>
              <a:t>lưu</a:t>
            </a:r>
            <a:r>
              <a:rPr lang="en-US">
                <a:solidFill>
                  <a:schemeClr val="bg1"/>
                </a:solidFill>
              </a:rPr>
              <a:t> </a:t>
            </a:r>
            <a:r>
              <a:rPr lang="en-US" err="1">
                <a:solidFill>
                  <a:schemeClr val="bg1"/>
                </a:solidFill>
              </a:rPr>
              <a:t>trữ</a:t>
            </a:r>
            <a:r>
              <a:rPr lang="en-US">
                <a:solidFill>
                  <a:schemeClr val="bg1"/>
                </a:solidFill>
              </a:rPr>
              <a:t> </a:t>
            </a:r>
            <a:r>
              <a:rPr lang="en-US" err="1">
                <a:solidFill>
                  <a:schemeClr val="bg1"/>
                </a:solidFill>
              </a:rPr>
              <a:t>dữ</a:t>
            </a:r>
            <a:r>
              <a:rPr lang="en-US">
                <a:solidFill>
                  <a:schemeClr val="bg1"/>
                </a:solidFill>
              </a:rPr>
              <a:t> </a:t>
            </a:r>
            <a:r>
              <a:rPr lang="en-US" err="1">
                <a:solidFill>
                  <a:schemeClr val="bg1"/>
                </a:solidFill>
              </a:rPr>
              <a:t>liệu</a:t>
            </a:r>
            <a:r>
              <a:rPr lang="en-US">
                <a:solidFill>
                  <a:schemeClr val="bg1"/>
                </a:solidFill>
              </a:rPr>
              <a:t> </a:t>
            </a:r>
            <a:r>
              <a:rPr lang="en-US" err="1">
                <a:solidFill>
                  <a:schemeClr val="bg1"/>
                </a:solidFill>
              </a:rPr>
              <a:t>của</a:t>
            </a:r>
            <a:r>
              <a:rPr lang="en-US">
                <a:solidFill>
                  <a:schemeClr val="bg1"/>
                </a:solidFill>
              </a:rPr>
              <a:t> </a:t>
            </a:r>
            <a:r>
              <a:rPr lang="en-US" err="1">
                <a:solidFill>
                  <a:schemeClr val="bg1"/>
                </a:solidFill>
              </a:rPr>
              <a:t>nhau</a:t>
            </a:r>
            <a:r>
              <a:rPr lang="en-US">
                <a:solidFill>
                  <a:schemeClr val="bg1"/>
                </a:solidFill>
              </a:rPr>
              <a:t>, </a:t>
            </a:r>
            <a:r>
              <a:rPr lang="en-US" err="1">
                <a:solidFill>
                  <a:schemeClr val="bg1"/>
                </a:solidFill>
              </a:rPr>
              <a:t>mà</a:t>
            </a:r>
            <a:r>
              <a:rPr lang="en-US">
                <a:solidFill>
                  <a:schemeClr val="bg1"/>
                </a:solidFill>
              </a:rPr>
              <a:t> </a:t>
            </a:r>
            <a:r>
              <a:rPr lang="en-US" err="1">
                <a:solidFill>
                  <a:schemeClr val="bg1"/>
                </a:solidFill>
              </a:rPr>
              <a:t>mỗi</a:t>
            </a:r>
            <a:r>
              <a:rPr lang="en-US">
                <a:solidFill>
                  <a:schemeClr val="bg1"/>
                </a:solidFill>
              </a:rPr>
              <a:t> </a:t>
            </a:r>
            <a:r>
              <a:rPr lang="en-US" err="1">
                <a:solidFill>
                  <a:schemeClr val="bg1"/>
                </a:solidFill>
              </a:rPr>
              <a:t>bên</a:t>
            </a:r>
            <a:r>
              <a:rPr lang="en-US">
                <a:solidFill>
                  <a:schemeClr val="bg1"/>
                </a:solidFill>
              </a:rPr>
              <a:t> </a:t>
            </a:r>
            <a:r>
              <a:rPr lang="en-US" err="1">
                <a:solidFill>
                  <a:schemeClr val="bg1"/>
                </a:solidFill>
              </a:rPr>
              <a:t>có</a:t>
            </a:r>
            <a:r>
              <a:rPr lang="en-US">
                <a:solidFill>
                  <a:schemeClr val="bg1"/>
                </a:solidFill>
              </a:rPr>
              <a:t> </a:t>
            </a:r>
            <a:r>
              <a:rPr lang="en-US" err="1">
                <a:solidFill>
                  <a:schemeClr val="bg1"/>
                </a:solidFill>
              </a:rPr>
              <a:t>thể</a:t>
            </a:r>
            <a:r>
              <a:rPr lang="en-US">
                <a:solidFill>
                  <a:schemeClr val="bg1"/>
                </a:solidFill>
              </a:rPr>
              <a:t> </a:t>
            </a:r>
            <a:r>
              <a:rPr lang="en-US" err="1">
                <a:solidFill>
                  <a:schemeClr val="bg1"/>
                </a:solidFill>
              </a:rPr>
              <a:t>phát</a:t>
            </a:r>
            <a:r>
              <a:rPr lang="en-US">
                <a:solidFill>
                  <a:schemeClr val="bg1"/>
                </a:solidFill>
              </a:rPr>
              <a:t> </a:t>
            </a:r>
            <a:r>
              <a:rPr lang="en-US" err="1">
                <a:solidFill>
                  <a:schemeClr val="bg1"/>
                </a:solidFill>
              </a:rPr>
              <a:t>triển</a:t>
            </a:r>
            <a:r>
              <a:rPr lang="en-US">
                <a:solidFill>
                  <a:schemeClr val="bg1"/>
                </a:solidFill>
              </a:rPr>
              <a:t> </a:t>
            </a:r>
            <a:r>
              <a:rPr lang="en-US" err="1">
                <a:solidFill>
                  <a:schemeClr val="bg1"/>
                </a:solidFill>
              </a:rPr>
              <a:t>hoặc</a:t>
            </a:r>
            <a:r>
              <a:rPr lang="en-US">
                <a:solidFill>
                  <a:schemeClr val="bg1"/>
                </a:solidFill>
              </a:rPr>
              <a:t> </a:t>
            </a:r>
            <a:r>
              <a:rPr lang="en-US" err="1">
                <a:solidFill>
                  <a:schemeClr val="bg1"/>
                </a:solidFill>
              </a:rPr>
              <a:t>mở</a:t>
            </a:r>
            <a:r>
              <a:rPr lang="en-US">
                <a:solidFill>
                  <a:schemeClr val="bg1"/>
                </a:solidFill>
              </a:rPr>
              <a:t> </a:t>
            </a:r>
            <a:r>
              <a:rPr lang="en-US" err="1">
                <a:solidFill>
                  <a:schemeClr val="bg1"/>
                </a:solidFill>
              </a:rPr>
              <a:t>rộng</a:t>
            </a:r>
            <a:r>
              <a:rPr lang="en-US">
                <a:solidFill>
                  <a:schemeClr val="bg1"/>
                </a:solidFill>
              </a:rPr>
              <a:t> </a:t>
            </a:r>
            <a:r>
              <a:rPr lang="en-US" err="1">
                <a:solidFill>
                  <a:schemeClr val="bg1"/>
                </a:solidFill>
              </a:rPr>
              <a:t>riêng</a:t>
            </a:r>
            <a:r>
              <a:rPr lang="en-US">
                <a:solidFill>
                  <a:schemeClr val="bg1"/>
                </a:solidFill>
              </a:rPr>
              <a:t> </a:t>
            </a:r>
            <a:r>
              <a:rPr lang="en-US" err="1">
                <a:solidFill>
                  <a:schemeClr val="bg1"/>
                </a:solidFill>
              </a:rPr>
              <a:t>biệt</a:t>
            </a:r>
            <a:endParaRPr lang="en-US">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rPr>
              <a:t>Stateless: </a:t>
            </a:r>
            <a:r>
              <a:rPr lang="vi-VN"/>
              <a:t>Server </a:t>
            </a:r>
            <a:r>
              <a:rPr lang="vi-VN" b="1"/>
              <a:t>không được lưu trữ</a:t>
            </a:r>
            <a:r>
              <a:rPr lang="vi-VN"/>
              <a:t> bất kỳ thông tin nào về trạng thái của Client giữa các Request.</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rPr>
              <a:t>Cacheable: </a:t>
            </a:r>
            <a:r>
              <a:rPr lang="en-US" err="1">
                <a:solidFill>
                  <a:schemeClr val="bg1"/>
                </a:solidFill>
              </a:rPr>
              <a:t>Có</a:t>
            </a:r>
            <a:r>
              <a:rPr lang="en-US">
                <a:solidFill>
                  <a:schemeClr val="bg1"/>
                </a:solidFill>
              </a:rPr>
              <a:t> </a:t>
            </a:r>
            <a:r>
              <a:rPr lang="en-US" err="1">
                <a:solidFill>
                  <a:schemeClr val="bg1"/>
                </a:solidFill>
              </a:rPr>
              <a:t>thể</a:t>
            </a:r>
            <a:r>
              <a:rPr lang="en-US">
                <a:solidFill>
                  <a:schemeClr val="bg1"/>
                </a:solidFill>
              </a:rPr>
              <a:t> </a:t>
            </a:r>
            <a:r>
              <a:rPr lang="en-US" err="1">
                <a:solidFill>
                  <a:schemeClr val="bg1"/>
                </a:solidFill>
              </a:rPr>
              <a:t>lưu</a:t>
            </a:r>
            <a:r>
              <a:rPr lang="en-US">
                <a:solidFill>
                  <a:schemeClr val="bg1"/>
                </a:solidFill>
              </a:rPr>
              <a:t> </a:t>
            </a:r>
            <a:r>
              <a:rPr lang="en-US" err="1">
                <a:solidFill>
                  <a:schemeClr val="bg1"/>
                </a:solidFill>
              </a:rPr>
              <a:t>trữ</a:t>
            </a:r>
            <a:r>
              <a:rPr lang="en-US">
                <a:solidFill>
                  <a:schemeClr val="bg1"/>
                </a:solidFill>
              </a:rPr>
              <a:t> </a:t>
            </a:r>
            <a:r>
              <a:rPr lang="en-US" err="1">
                <a:solidFill>
                  <a:schemeClr val="bg1"/>
                </a:solidFill>
              </a:rPr>
              <a:t>tạm</a:t>
            </a:r>
            <a:r>
              <a:rPr lang="en-US">
                <a:solidFill>
                  <a:schemeClr val="bg1"/>
                </a:solidFill>
              </a:rPr>
              <a:t> </a:t>
            </a:r>
            <a:r>
              <a:rPr lang="en-US" err="1">
                <a:solidFill>
                  <a:schemeClr val="bg1"/>
                </a:solidFill>
              </a:rPr>
              <a:t>thời</a:t>
            </a:r>
            <a:r>
              <a:rPr lang="en-US">
                <a:solidFill>
                  <a:schemeClr val="bg1"/>
                </a:solidFill>
              </a:rPr>
              <a:t> </a:t>
            </a:r>
            <a:r>
              <a:rPr lang="en-US" err="1">
                <a:solidFill>
                  <a:schemeClr val="bg1"/>
                </a:solidFill>
              </a:rPr>
              <a:t>miễn</a:t>
            </a:r>
            <a:r>
              <a:rPr lang="en-US">
                <a:solidFill>
                  <a:schemeClr val="bg1"/>
                </a:solidFill>
              </a:rPr>
              <a:t> </a:t>
            </a:r>
            <a:r>
              <a:rPr lang="en-US" err="1">
                <a:solidFill>
                  <a:schemeClr val="bg1"/>
                </a:solidFill>
              </a:rPr>
              <a:t>là</a:t>
            </a:r>
            <a:r>
              <a:rPr lang="en-US">
                <a:solidFill>
                  <a:schemeClr val="bg1"/>
                </a:solidFill>
              </a:rPr>
              <a:t> </a:t>
            </a:r>
            <a:r>
              <a:rPr lang="en-US" err="1">
                <a:solidFill>
                  <a:schemeClr val="bg1"/>
                </a:solidFill>
              </a:rPr>
              <a:t>khai</a:t>
            </a:r>
            <a:r>
              <a:rPr lang="en-US">
                <a:solidFill>
                  <a:schemeClr val="bg1"/>
                </a:solidFill>
              </a:rPr>
              <a:t> </a:t>
            </a:r>
            <a:r>
              <a:rPr lang="en-US" err="1">
                <a:solidFill>
                  <a:schemeClr val="bg1"/>
                </a:solidFill>
              </a:rPr>
              <a:t>báo</a:t>
            </a:r>
            <a:r>
              <a:rPr lang="en-US">
                <a:solidFill>
                  <a:schemeClr val="bg1"/>
                </a:solidFill>
              </a:rPr>
              <a:t> </a:t>
            </a:r>
            <a:r>
              <a:rPr lang="en-US" err="1">
                <a:solidFill>
                  <a:schemeClr val="bg1"/>
                </a:solidFill>
              </a:rPr>
              <a:t>trước</a:t>
            </a:r>
            <a:r>
              <a:rPr lang="en-US">
                <a:solidFill>
                  <a:schemeClr val="bg1"/>
                </a:solidFill>
              </a:rPr>
              <a:t>, </a:t>
            </a:r>
            <a:r>
              <a:rPr lang="en-US" err="1">
                <a:solidFill>
                  <a:schemeClr val="bg1"/>
                </a:solidFill>
              </a:rPr>
              <a:t>giúp</a:t>
            </a:r>
            <a:r>
              <a:rPr lang="en-US">
                <a:solidFill>
                  <a:schemeClr val="bg1"/>
                </a:solidFill>
              </a:rPr>
              <a:t> </a:t>
            </a:r>
            <a:r>
              <a:rPr lang="en-US" err="1">
                <a:solidFill>
                  <a:schemeClr val="bg1"/>
                </a:solidFill>
              </a:rPr>
              <a:t>tái</a:t>
            </a:r>
            <a:r>
              <a:rPr lang="en-US">
                <a:solidFill>
                  <a:schemeClr val="bg1"/>
                </a:solidFill>
              </a:rPr>
              <a:t> </a:t>
            </a:r>
            <a:r>
              <a:rPr lang="en-US" err="1">
                <a:solidFill>
                  <a:schemeClr val="bg1"/>
                </a:solidFill>
              </a:rPr>
              <a:t>sử</a:t>
            </a:r>
            <a:r>
              <a:rPr lang="en-US">
                <a:solidFill>
                  <a:schemeClr val="bg1"/>
                </a:solidFill>
              </a:rPr>
              <a:t> </a:t>
            </a:r>
            <a:r>
              <a:rPr lang="en-US" err="1">
                <a:solidFill>
                  <a:schemeClr val="bg1"/>
                </a:solidFill>
              </a:rPr>
              <a:t>dụng</a:t>
            </a:r>
            <a:r>
              <a:rPr lang="en-US">
                <a:solidFill>
                  <a:schemeClr val="bg1"/>
                </a:solidFill>
              </a:rPr>
              <a:t> </a:t>
            </a:r>
            <a:r>
              <a:rPr lang="en-US" err="1">
                <a:solidFill>
                  <a:schemeClr val="bg1"/>
                </a:solidFill>
              </a:rPr>
              <a:t>dữ</a:t>
            </a:r>
            <a:r>
              <a:rPr lang="en-US">
                <a:solidFill>
                  <a:schemeClr val="bg1"/>
                </a:solidFill>
              </a:rPr>
              <a:t> </a:t>
            </a:r>
            <a:r>
              <a:rPr lang="en-US" err="1">
                <a:solidFill>
                  <a:schemeClr val="bg1"/>
                </a:solidFill>
              </a:rPr>
              <a:t>liệu</a:t>
            </a:r>
            <a:r>
              <a:rPr lang="en-US">
                <a:solidFill>
                  <a:schemeClr val="bg1"/>
                </a:solidFill>
              </a:rPr>
              <a:t>, </a:t>
            </a:r>
            <a:r>
              <a:rPr lang="en-US" err="1">
                <a:solidFill>
                  <a:schemeClr val="bg1"/>
                </a:solidFill>
              </a:rPr>
              <a:t>tăng</a:t>
            </a:r>
            <a:r>
              <a:rPr lang="en-US">
                <a:solidFill>
                  <a:schemeClr val="bg1"/>
                </a:solidFill>
              </a:rPr>
              <a:t> hiệu </a:t>
            </a:r>
            <a:r>
              <a:rPr lang="en-US" err="1">
                <a:solidFill>
                  <a:schemeClr val="bg1"/>
                </a:solidFill>
              </a:rPr>
              <a:t>suất</a:t>
            </a:r>
            <a:r>
              <a:rPr lang="en-US">
                <a:solidFill>
                  <a:schemeClr val="bg1"/>
                </a:solidFill>
              </a:rPr>
              <a:t>, </a:t>
            </a:r>
            <a:r>
              <a:rPr lang="en-US" err="1">
                <a:solidFill>
                  <a:schemeClr val="bg1"/>
                </a:solidFill>
              </a:rPr>
              <a:t>giảm</a:t>
            </a:r>
            <a:r>
              <a:rPr lang="en-US">
                <a:solidFill>
                  <a:schemeClr val="bg1"/>
                </a:solidFill>
              </a:rPr>
              <a:t> </a:t>
            </a:r>
            <a:r>
              <a:rPr lang="en-US" err="1">
                <a:solidFill>
                  <a:schemeClr val="bg1"/>
                </a:solidFill>
              </a:rPr>
              <a:t>tải</a:t>
            </a:r>
            <a:r>
              <a:rPr lang="en-US">
                <a:solidFill>
                  <a:schemeClr val="bg1"/>
                </a:solidFill>
              </a:rPr>
              <a:t> </a:t>
            </a:r>
            <a:r>
              <a:rPr lang="en-US" err="1">
                <a:solidFill>
                  <a:schemeClr val="bg1"/>
                </a:solidFill>
              </a:rPr>
              <a:t>cho</a:t>
            </a:r>
            <a:r>
              <a:rPr lang="en-US">
                <a:solidFill>
                  <a:schemeClr val="bg1"/>
                </a:solidFill>
              </a:rPr>
              <a:t> server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Giao </a:t>
            </a:r>
            <a:r>
              <a:rPr lang="en-US" err="1"/>
              <a:t>diện</a:t>
            </a:r>
            <a:r>
              <a:rPr lang="en-US"/>
              <a:t> </a:t>
            </a:r>
            <a:r>
              <a:rPr lang="en-US" err="1"/>
              <a:t>Đồng</a:t>
            </a:r>
            <a:r>
              <a:rPr lang="en-US"/>
              <a:t> </a:t>
            </a:r>
            <a:r>
              <a:rPr lang="en-US" err="1"/>
              <a:t>nhất</a:t>
            </a:r>
            <a:r>
              <a:rPr lang="en-US"/>
              <a:t>: Quan </a:t>
            </a:r>
            <a:r>
              <a:rPr lang="en-US" err="1"/>
              <a:t>trọng</a:t>
            </a:r>
            <a:r>
              <a:rPr lang="en-US"/>
              <a:t> </a:t>
            </a:r>
            <a:r>
              <a:rPr lang="en-US" err="1"/>
              <a:t>nhất</a:t>
            </a:r>
            <a:r>
              <a:rPr lang="en-US"/>
              <a:t>, </a:t>
            </a:r>
            <a:r>
              <a:rPr lang="en-US" err="1"/>
              <a:t>Đây</a:t>
            </a:r>
            <a:r>
              <a:rPr lang="en-US"/>
              <a:t> </a:t>
            </a:r>
            <a:r>
              <a:rPr lang="en-US" err="1"/>
              <a:t>là</a:t>
            </a:r>
            <a:r>
              <a:rPr lang="en-US"/>
              <a:t> </a:t>
            </a:r>
            <a:r>
              <a:rPr lang="en-US" err="1"/>
              <a:t>nguyên</a:t>
            </a:r>
            <a:r>
              <a:rPr lang="en-US"/>
              <a:t> </a:t>
            </a:r>
            <a:r>
              <a:rPr lang="en-US" err="1"/>
              <a:t>tắc</a:t>
            </a:r>
            <a:r>
              <a:rPr lang="en-US"/>
              <a:t> </a:t>
            </a:r>
            <a:r>
              <a:rPr lang="en-US" err="1"/>
              <a:t>cốt</a:t>
            </a:r>
            <a:r>
              <a:rPr lang="en-US"/>
              <a:t> </a:t>
            </a:r>
            <a:r>
              <a:rPr lang="en-US" err="1"/>
              <a:t>lõi</a:t>
            </a:r>
            <a:r>
              <a:rPr lang="en-US"/>
              <a:t>, </a:t>
            </a:r>
            <a:r>
              <a:rPr lang="vi-VN"/>
              <a:t>API phải đơn giản, dễ hiểu và nhất quán</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err="1">
                <a:solidFill>
                  <a:schemeClr val="bg1"/>
                </a:solidFill>
              </a:rPr>
              <a:t>Hệ</a:t>
            </a:r>
            <a:r>
              <a:rPr lang="en-US">
                <a:solidFill>
                  <a:schemeClr val="bg1"/>
                </a:solidFill>
              </a:rPr>
              <a:t> </a:t>
            </a:r>
            <a:r>
              <a:rPr lang="en-US" err="1">
                <a:solidFill>
                  <a:schemeClr val="bg1"/>
                </a:solidFill>
              </a:rPr>
              <a:t>thống</a:t>
            </a:r>
            <a:r>
              <a:rPr lang="en-US">
                <a:solidFill>
                  <a:schemeClr val="bg1"/>
                </a:solidFill>
              </a:rPr>
              <a:t> </a:t>
            </a:r>
            <a:r>
              <a:rPr lang="en-US" err="1">
                <a:solidFill>
                  <a:schemeClr val="bg1"/>
                </a:solidFill>
              </a:rPr>
              <a:t>Phân</a:t>
            </a:r>
            <a:r>
              <a:rPr lang="en-US">
                <a:solidFill>
                  <a:schemeClr val="bg1"/>
                </a:solidFill>
              </a:rPr>
              <a:t> </a:t>
            </a:r>
            <a:r>
              <a:rPr lang="en-US" err="1">
                <a:solidFill>
                  <a:schemeClr val="bg1"/>
                </a:solidFill>
              </a:rPr>
              <a:t>tầng</a:t>
            </a:r>
            <a:r>
              <a:rPr lang="en-US">
                <a:solidFill>
                  <a:schemeClr val="bg1"/>
                </a:solidFill>
              </a:rPr>
              <a:t>: </a:t>
            </a:r>
            <a:r>
              <a:rPr lang="vi-VN"/>
              <a:t>Hệ thống phải được thiết kế theo cách mà Client không thể biết được liệu nó đang kết nối trực tiếp với Server xử lý cuối cùng hay một tầng trung gian</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bg1"/>
                </a:solidFill>
              </a:rPr>
              <a:t>Code on demand: </a:t>
            </a:r>
            <a:r>
              <a:rPr lang="en-US"/>
              <a:t>Cho </a:t>
            </a:r>
            <a:r>
              <a:rPr lang="en-US" err="1"/>
              <a:t>phép</a:t>
            </a:r>
            <a:r>
              <a:rPr lang="en-US"/>
              <a:t> Server </a:t>
            </a:r>
            <a:r>
              <a:rPr lang="en-US" b="1" err="1"/>
              <a:t>tạm</a:t>
            </a:r>
            <a:r>
              <a:rPr lang="en-US" b="1"/>
              <a:t> </a:t>
            </a:r>
            <a:r>
              <a:rPr lang="en-US" b="1" err="1"/>
              <a:t>thời</a:t>
            </a:r>
            <a:r>
              <a:rPr lang="en-US" b="1"/>
              <a:t> </a:t>
            </a:r>
            <a:r>
              <a:rPr lang="en-US" b="1" err="1"/>
              <a:t>mở</a:t>
            </a:r>
            <a:r>
              <a:rPr lang="en-US" b="1"/>
              <a:t> </a:t>
            </a:r>
            <a:r>
              <a:rPr lang="en-US" b="1" err="1"/>
              <a:t>rộng</a:t>
            </a:r>
            <a:r>
              <a:rPr lang="en-US"/>
              <a:t> </a:t>
            </a:r>
            <a:r>
              <a:rPr lang="en-US" err="1"/>
              <a:t>chức</a:t>
            </a:r>
            <a:r>
              <a:rPr lang="en-US"/>
              <a:t> </a:t>
            </a:r>
            <a:r>
              <a:rPr lang="en-US" err="1"/>
              <a:t>năng</a:t>
            </a:r>
            <a:r>
              <a:rPr lang="en-US"/>
              <a:t> </a:t>
            </a:r>
            <a:r>
              <a:rPr lang="en-US" err="1"/>
              <a:t>của</a:t>
            </a:r>
            <a:r>
              <a:rPr lang="en-US"/>
              <a:t> Client </a:t>
            </a:r>
            <a:r>
              <a:rPr lang="en-US" err="1"/>
              <a:t>bằng</a:t>
            </a:r>
            <a:r>
              <a:rPr lang="en-US"/>
              <a:t> </a:t>
            </a:r>
            <a:r>
              <a:rPr lang="en-US" err="1"/>
              <a:t>cách</a:t>
            </a:r>
            <a:r>
              <a:rPr lang="en-US"/>
              <a:t> </a:t>
            </a:r>
            <a:r>
              <a:rPr lang="en-US" err="1"/>
              <a:t>truyền</a:t>
            </a:r>
            <a:r>
              <a:rPr lang="en-US"/>
              <a:t> </a:t>
            </a:r>
            <a:r>
              <a:rPr lang="en-US" err="1"/>
              <a:t>tải</a:t>
            </a:r>
            <a:r>
              <a:rPr lang="en-US"/>
              <a:t> </a:t>
            </a:r>
            <a:r>
              <a:rPr lang="en-US" err="1"/>
              <a:t>mã</a:t>
            </a:r>
            <a:r>
              <a:rPr lang="en-US"/>
              <a:t> </a:t>
            </a:r>
            <a:r>
              <a:rPr lang="en-US" err="1"/>
              <a:t>thực</a:t>
            </a:r>
            <a:r>
              <a:rPr lang="en-US"/>
              <a:t> </a:t>
            </a:r>
            <a:r>
              <a:rPr lang="en-US" err="1"/>
              <a:t>thi</a:t>
            </a:r>
            <a:r>
              <a:rPr lang="en-US"/>
              <a:t>. Client </a:t>
            </a:r>
            <a:r>
              <a:rPr lang="en-US" err="1"/>
              <a:t>sau</a:t>
            </a:r>
            <a:r>
              <a:rPr lang="en-US"/>
              <a:t> </a:t>
            </a:r>
            <a:r>
              <a:rPr lang="en-US" err="1"/>
              <a:t>đó</a:t>
            </a:r>
            <a:r>
              <a:rPr lang="en-US"/>
              <a:t> </a:t>
            </a:r>
            <a:r>
              <a:rPr lang="en-US" err="1"/>
              <a:t>thực</a:t>
            </a:r>
            <a:r>
              <a:rPr lang="en-US"/>
              <a:t> </a:t>
            </a:r>
            <a:r>
              <a:rPr lang="en-US" err="1"/>
              <a:t>thi</a:t>
            </a:r>
            <a:r>
              <a:rPr lang="en-US"/>
              <a:t> </a:t>
            </a:r>
            <a:r>
              <a:rPr lang="en-US" err="1"/>
              <a:t>mã</a:t>
            </a:r>
            <a:r>
              <a:rPr lang="en-US"/>
              <a:t> </a:t>
            </a:r>
            <a:r>
              <a:rPr lang="en-US" err="1"/>
              <a:t>này</a:t>
            </a:r>
            <a:r>
              <a:rPr lang="en-US"/>
              <a:t>.</a:t>
            </a:r>
            <a:endParaRPr lang="en-US">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bg1"/>
              </a:solidFill>
            </a:endParaRPr>
          </a:p>
        </p:txBody>
      </p:sp>
      <p:sp>
        <p:nvSpPr>
          <p:cNvPr id="4" name="Slide Number Placeholder 3"/>
          <p:cNvSpPr>
            <a:spLocks noGrp="1"/>
          </p:cNvSpPr>
          <p:nvPr>
            <p:ph type="sldNum" sz="quarter" idx="5"/>
          </p:nvPr>
        </p:nvSpPr>
        <p:spPr/>
        <p:txBody>
          <a:bodyPr/>
          <a:lstStyle/>
          <a:p>
            <a:fld id="{7AFC0E4A-53C6-4D93-925C-7C2A4FB6BACF}" type="slidenum">
              <a:rPr lang="en-US" smtClean="0"/>
              <a:t>4</a:t>
            </a:fld>
            <a:endParaRPr lang="en-US"/>
          </a:p>
        </p:txBody>
      </p:sp>
    </p:spTree>
    <p:extLst>
      <p:ext uri="{BB962C8B-B14F-4D97-AF65-F5344CB8AC3E}">
        <p14:creationId xmlns:p14="http://schemas.microsoft.com/office/powerpoint/2010/main" val="3485851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E788F-E380-5DC6-4D94-35CE07A78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4E2D7F-869A-5D6A-0602-657FEC4285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399C9-5973-D6CC-5CF1-7A178EBCF7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bg1"/>
              </a:solidFill>
            </a:endParaRPr>
          </a:p>
        </p:txBody>
      </p:sp>
      <p:sp>
        <p:nvSpPr>
          <p:cNvPr id="4" name="Slide Number Placeholder 3">
            <a:extLst>
              <a:ext uri="{FF2B5EF4-FFF2-40B4-BE49-F238E27FC236}">
                <a16:creationId xmlns:a16="http://schemas.microsoft.com/office/drawing/2014/main" id="{1A45AE52-5FA0-B23D-C76C-1000C7E940C9}"/>
              </a:ext>
            </a:extLst>
          </p:cNvPr>
          <p:cNvSpPr>
            <a:spLocks noGrp="1"/>
          </p:cNvSpPr>
          <p:nvPr>
            <p:ph type="sldNum" sz="quarter" idx="5"/>
          </p:nvPr>
        </p:nvSpPr>
        <p:spPr/>
        <p:txBody>
          <a:bodyPr/>
          <a:lstStyle/>
          <a:p>
            <a:fld id="{7AFC0E4A-53C6-4D93-925C-7C2A4FB6BACF}" type="slidenum">
              <a:rPr lang="en-US" smtClean="0"/>
              <a:t>5</a:t>
            </a:fld>
            <a:endParaRPr lang="en-US"/>
          </a:p>
        </p:txBody>
      </p:sp>
    </p:spTree>
    <p:extLst>
      <p:ext uri="{BB962C8B-B14F-4D97-AF65-F5344CB8AC3E}">
        <p14:creationId xmlns:p14="http://schemas.microsoft.com/office/powerpoint/2010/main" val="3289419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4FAA8-B29D-3DB6-16A8-18C042DECC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356BB-FF9E-6506-A36E-0B4D16A060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12916F-8F59-4A9A-11BA-6CE2602BAF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bg1"/>
              </a:solidFill>
            </a:endParaRPr>
          </a:p>
        </p:txBody>
      </p:sp>
      <p:sp>
        <p:nvSpPr>
          <p:cNvPr id="4" name="Slide Number Placeholder 3">
            <a:extLst>
              <a:ext uri="{FF2B5EF4-FFF2-40B4-BE49-F238E27FC236}">
                <a16:creationId xmlns:a16="http://schemas.microsoft.com/office/drawing/2014/main" id="{BCA02570-4D3E-A8FA-1B17-D235CE8EA0F3}"/>
              </a:ext>
            </a:extLst>
          </p:cNvPr>
          <p:cNvSpPr>
            <a:spLocks noGrp="1"/>
          </p:cNvSpPr>
          <p:nvPr>
            <p:ph type="sldNum" sz="quarter" idx="5"/>
          </p:nvPr>
        </p:nvSpPr>
        <p:spPr/>
        <p:txBody>
          <a:bodyPr/>
          <a:lstStyle/>
          <a:p>
            <a:fld id="{7AFC0E4A-53C6-4D93-925C-7C2A4FB6BACF}" type="slidenum">
              <a:rPr lang="en-US" smtClean="0"/>
              <a:t>6</a:t>
            </a:fld>
            <a:endParaRPr lang="en-US"/>
          </a:p>
        </p:txBody>
      </p:sp>
    </p:spTree>
    <p:extLst>
      <p:ext uri="{BB962C8B-B14F-4D97-AF65-F5344CB8AC3E}">
        <p14:creationId xmlns:p14="http://schemas.microsoft.com/office/powerpoint/2010/main" val="1714994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BED50-E84F-A692-5867-D61EEA7F29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B2BF3-A02F-4180-F4F9-210CDE7548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251F2-E39E-66E9-BD87-59B3884F61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bg1"/>
              </a:solidFill>
            </a:endParaRPr>
          </a:p>
        </p:txBody>
      </p:sp>
      <p:sp>
        <p:nvSpPr>
          <p:cNvPr id="4" name="Slide Number Placeholder 3">
            <a:extLst>
              <a:ext uri="{FF2B5EF4-FFF2-40B4-BE49-F238E27FC236}">
                <a16:creationId xmlns:a16="http://schemas.microsoft.com/office/drawing/2014/main" id="{E672285D-4B4E-441B-3DBE-F7CB833261CF}"/>
              </a:ext>
            </a:extLst>
          </p:cNvPr>
          <p:cNvSpPr>
            <a:spLocks noGrp="1"/>
          </p:cNvSpPr>
          <p:nvPr>
            <p:ph type="sldNum" sz="quarter" idx="5"/>
          </p:nvPr>
        </p:nvSpPr>
        <p:spPr/>
        <p:txBody>
          <a:bodyPr/>
          <a:lstStyle/>
          <a:p>
            <a:fld id="{7AFC0E4A-53C6-4D93-925C-7C2A4FB6BACF}" type="slidenum">
              <a:rPr lang="en-US" smtClean="0"/>
              <a:t>7</a:t>
            </a:fld>
            <a:endParaRPr lang="en-US"/>
          </a:p>
        </p:txBody>
      </p:sp>
    </p:spTree>
    <p:extLst>
      <p:ext uri="{BB962C8B-B14F-4D97-AF65-F5344CB8AC3E}">
        <p14:creationId xmlns:p14="http://schemas.microsoft.com/office/powerpoint/2010/main" val="891114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84078-5755-7A3A-4E95-43B560354F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901B6-5471-3A40-F8D7-A00EA8B1C6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5E609E-617F-FCD9-FB93-BBD2D42C79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bg1"/>
              </a:solidFill>
            </a:endParaRPr>
          </a:p>
        </p:txBody>
      </p:sp>
      <p:sp>
        <p:nvSpPr>
          <p:cNvPr id="4" name="Slide Number Placeholder 3">
            <a:extLst>
              <a:ext uri="{FF2B5EF4-FFF2-40B4-BE49-F238E27FC236}">
                <a16:creationId xmlns:a16="http://schemas.microsoft.com/office/drawing/2014/main" id="{3DAA9132-CAF7-F806-7226-189B8AD457E3}"/>
              </a:ext>
            </a:extLst>
          </p:cNvPr>
          <p:cNvSpPr>
            <a:spLocks noGrp="1"/>
          </p:cNvSpPr>
          <p:nvPr>
            <p:ph type="sldNum" sz="quarter" idx="5"/>
          </p:nvPr>
        </p:nvSpPr>
        <p:spPr/>
        <p:txBody>
          <a:bodyPr/>
          <a:lstStyle/>
          <a:p>
            <a:fld id="{7AFC0E4A-53C6-4D93-925C-7C2A4FB6BACF}" type="slidenum">
              <a:rPr lang="en-US" smtClean="0"/>
              <a:t>8</a:t>
            </a:fld>
            <a:endParaRPr lang="en-US"/>
          </a:p>
        </p:txBody>
      </p:sp>
    </p:spTree>
    <p:extLst>
      <p:ext uri="{BB962C8B-B14F-4D97-AF65-F5344CB8AC3E}">
        <p14:creationId xmlns:p14="http://schemas.microsoft.com/office/powerpoint/2010/main" val="1818045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87F9F-E699-6955-65A5-9D02A033A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AE6AB0-B04A-533E-9567-1F9EFF4343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8977FA-D9A4-859D-6773-9CBB012640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bg1"/>
              </a:solidFill>
            </a:endParaRPr>
          </a:p>
        </p:txBody>
      </p:sp>
      <p:sp>
        <p:nvSpPr>
          <p:cNvPr id="4" name="Slide Number Placeholder 3">
            <a:extLst>
              <a:ext uri="{FF2B5EF4-FFF2-40B4-BE49-F238E27FC236}">
                <a16:creationId xmlns:a16="http://schemas.microsoft.com/office/drawing/2014/main" id="{FBEB339C-A0D2-114E-ED29-8F5F75BD8732}"/>
              </a:ext>
            </a:extLst>
          </p:cNvPr>
          <p:cNvSpPr>
            <a:spLocks noGrp="1"/>
          </p:cNvSpPr>
          <p:nvPr>
            <p:ph type="sldNum" sz="quarter" idx="5"/>
          </p:nvPr>
        </p:nvSpPr>
        <p:spPr/>
        <p:txBody>
          <a:bodyPr/>
          <a:lstStyle/>
          <a:p>
            <a:fld id="{7AFC0E4A-53C6-4D93-925C-7C2A4FB6BACF}" type="slidenum">
              <a:rPr lang="en-US" smtClean="0"/>
              <a:t>9</a:t>
            </a:fld>
            <a:endParaRPr lang="en-US"/>
          </a:p>
        </p:txBody>
      </p:sp>
    </p:spTree>
    <p:extLst>
      <p:ext uri="{BB962C8B-B14F-4D97-AF65-F5344CB8AC3E}">
        <p14:creationId xmlns:p14="http://schemas.microsoft.com/office/powerpoint/2010/main" val="503092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6A9A2-6DA7-D718-26D6-6D18F8096B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AD9EE-0EDC-6211-7F73-E8C479A12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AF5760-EA1D-BFC1-0B15-8310203294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bg1"/>
              </a:solidFill>
            </a:endParaRPr>
          </a:p>
        </p:txBody>
      </p:sp>
      <p:sp>
        <p:nvSpPr>
          <p:cNvPr id="4" name="Slide Number Placeholder 3">
            <a:extLst>
              <a:ext uri="{FF2B5EF4-FFF2-40B4-BE49-F238E27FC236}">
                <a16:creationId xmlns:a16="http://schemas.microsoft.com/office/drawing/2014/main" id="{EC8B6B14-558A-34CE-1C53-443A9EF46C20}"/>
              </a:ext>
            </a:extLst>
          </p:cNvPr>
          <p:cNvSpPr>
            <a:spLocks noGrp="1"/>
          </p:cNvSpPr>
          <p:nvPr>
            <p:ph type="sldNum" sz="quarter" idx="5"/>
          </p:nvPr>
        </p:nvSpPr>
        <p:spPr/>
        <p:txBody>
          <a:bodyPr/>
          <a:lstStyle/>
          <a:p>
            <a:fld id="{7AFC0E4A-53C6-4D93-925C-7C2A4FB6BACF}" type="slidenum">
              <a:rPr lang="en-US" smtClean="0"/>
              <a:t>10</a:t>
            </a:fld>
            <a:endParaRPr lang="en-US"/>
          </a:p>
        </p:txBody>
      </p:sp>
    </p:spTree>
    <p:extLst>
      <p:ext uri="{BB962C8B-B14F-4D97-AF65-F5344CB8AC3E}">
        <p14:creationId xmlns:p14="http://schemas.microsoft.com/office/powerpoint/2010/main" val="3604497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6AAFD-9B32-AA9D-80FF-61F4E9553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9B28FF-7315-884C-35EF-F8E59A894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05A47-168B-69C9-1208-C2FC57C544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bg1"/>
              </a:solidFill>
            </a:endParaRPr>
          </a:p>
        </p:txBody>
      </p:sp>
      <p:sp>
        <p:nvSpPr>
          <p:cNvPr id="4" name="Slide Number Placeholder 3">
            <a:extLst>
              <a:ext uri="{FF2B5EF4-FFF2-40B4-BE49-F238E27FC236}">
                <a16:creationId xmlns:a16="http://schemas.microsoft.com/office/drawing/2014/main" id="{55BB7023-F3B9-A9FC-2E26-7D12331EE9A9}"/>
              </a:ext>
            </a:extLst>
          </p:cNvPr>
          <p:cNvSpPr>
            <a:spLocks noGrp="1"/>
          </p:cNvSpPr>
          <p:nvPr>
            <p:ph type="sldNum" sz="quarter" idx="5"/>
          </p:nvPr>
        </p:nvSpPr>
        <p:spPr/>
        <p:txBody>
          <a:bodyPr/>
          <a:lstStyle/>
          <a:p>
            <a:fld id="{7AFC0E4A-53C6-4D93-925C-7C2A4FB6BACF}" type="slidenum">
              <a:rPr lang="en-US" smtClean="0"/>
              <a:t>11</a:t>
            </a:fld>
            <a:endParaRPr lang="en-US"/>
          </a:p>
        </p:txBody>
      </p:sp>
    </p:spTree>
    <p:extLst>
      <p:ext uri="{BB962C8B-B14F-4D97-AF65-F5344CB8AC3E}">
        <p14:creationId xmlns:p14="http://schemas.microsoft.com/office/powerpoint/2010/main" val="4179554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7DD7B-66DA-76A9-CAD9-192316A95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8F5405-0A24-F854-9959-85AB73F599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40BFD-7338-51A0-0EFD-C3584D4AD8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bg1"/>
              </a:solidFill>
            </a:endParaRPr>
          </a:p>
        </p:txBody>
      </p:sp>
      <p:sp>
        <p:nvSpPr>
          <p:cNvPr id="4" name="Slide Number Placeholder 3">
            <a:extLst>
              <a:ext uri="{FF2B5EF4-FFF2-40B4-BE49-F238E27FC236}">
                <a16:creationId xmlns:a16="http://schemas.microsoft.com/office/drawing/2014/main" id="{B2CECFB2-B15C-219A-D28F-29367CC3FD6B}"/>
              </a:ext>
            </a:extLst>
          </p:cNvPr>
          <p:cNvSpPr>
            <a:spLocks noGrp="1"/>
          </p:cNvSpPr>
          <p:nvPr>
            <p:ph type="sldNum" sz="quarter" idx="5"/>
          </p:nvPr>
        </p:nvSpPr>
        <p:spPr/>
        <p:txBody>
          <a:bodyPr/>
          <a:lstStyle/>
          <a:p>
            <a:fld id="{7AFC0E4A-53C6-4D93-925C-7C2A4FB6BACF}" type="slidenum">
              <a:rPr lang="en-US" smtClean="0"/>
              <a:t>12</a:t>
            </a:fld>
            <a:endParaRPr lang="en-US"/>
          </a:p>
        </p:txBody>
      </p:sp>
    </p:spTree>
    <p:extLst>
      <p:ext uri="{BB962C8B-B14F-4D97-AF65-F5344CB8AC3E}">
        <p14:creationId xmlns:p14="http://schemas.microsoft.com/office/powerpoint/2010/main" val="33646179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37E6D-3CAA-9627-5DA5-CE2C9B1B5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713E2-DC3A-E3A9-F879-6F350480E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85920A-22FD-BDD4-E39E-167B7AF04D1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bg1"/>
              </a:solidFill>
            </a:endParaRPr>
          </a:p>
        </p:txBody>
      </p:sp>
      <p:sp>
        <p:nvSpPr>
          <p:cNvPr id="4" name="Slide Number Placeholder 3">
            <a:extLst>
              <a:ext uri="{FF2B5EF4-FFF2-40B4-BE49-F238E27FC236}">
                <a16:creationId xmlns:a16="http://schemas.microsoft.com/office/drawing/2014/main" id="{F0B94930-8914-706F-5660-43F681396EDD}"/>
              </a:ext>
            </a:extLst>
          </p:cNvPr>
          <p:cNvSpPr>
            <a:spLocks noGrp="1"/>
          </p:cNvSpPr>
          <p:nvPr>
            <p:ph type="sldNum" sz="quarter" idx="5"/>
          </p:nvPr>
        </p:nvSpPr>
        <p:spPr/>
        <p:txBody>
          <a:bodyPr/>
          <a:lstStyle/>
          <a:p>
            <a:fld id="{7AFC0E4A-53C6-4D93-925C-7C2A4FB6BACF}" type="slidenum">
              <a:rPr lang="en-US" smtClean="0"/>
              <a:t>13</a:t>
            </a:fld>
            <a:endParaRPr lang="en-US"/>
          </a:p>
        </p:txBody>
      </p:sp>
    </p:spTree>
    <p:extLst>
      <p:ext uri="{BB962C8B-B14F-4D97-AF65-F5344CB8AC3E}">
        <p14:creationId xmlns:p14="http://schemas.microsoft.com/office/powerpoint/2010/main" val="3746263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8E29-19B6-5A93-0D97-616B6D0346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5D326F-C052-6443-4314-8AD7885545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8346D2-3A9D-F223-3ADB-942F57C5EB7C}"/>
              </a:ext>
            </a:extLst>
          </p:cNvPr>
          <p:cNvSpPr>
            <a:spLocks noGrp="1"/>
          </p:cNvSpPr>
          <p:nvPr>
            <p:ph type="dt" sz="half" idx="10"/>
          </p:nvPr>
        </p:nvSpPr>
        <p:spPr/>
        <p:txBody>
          <a:bodyPr/>
          <a:lstStyle/>
          <a:p>
            <a:fld id="{3FBCE6AF-1C4F-4AA6-942F-9B1F51D72A8E}" type="datetimeFigureOut">
              <a:rPr lang="en-US" smtClean="0"/>
              <a:t>11/10/2025</a:t>
            </a:fld>
            <a:endParaRPr lang="en-US"/>
          </a:p>
        </p:txBody>
      </p:sp>
      <p:sp>
        <p:nvSpPr>
          <p:cNvPr id="5" name="Footer Placeholder 4">
            <a:extLst>
              <a:ext uri="{FF2B5EF4-FFF2-40B4-BE49-F238E27FC236}">
                <a16:creationId xmlns:a16="http://schemas.microsoft.com/office/drawing/2014/main" id="{4EE9A40B-301A-770A-249E-51E352C8F3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0F3886-0397-1D65-5D57-A9DC636E2671}"/>
              </a:ext>
            </a:extLst>
          </p:cNvPr>
          <p:cNvSpPr>
            <a:spLocks noGrp="1"/>
          </p:cNvSpPr>
          <p:nvPr>
            <p:ph type="sldNum" sz="quarter" idx="12"/>
          </p:nvPr>
        </p:nvSpPr>
        <p:spPr/>
        <p:txBody>
          <a:bodyPr/>
          <a:lstStyle/>
          <a:p>
            <a:fld id="{F5CCCA44-5F7A-4550-8730-66DA14698C43}" type="slidenum">
              <a:rPr lang="en-US" smtClean="0"/>
              <a:t>‹#›</a:t>
            </a:fld>
            <a:endParaRPr lang="en-US"/>
          </a:p>
        </p:txBody>
      </p:sp>
    </p:spTree>
    <p:extLst>
      <p:ext uri="{BB962C8B-B14F-4D97-AF65-F5344CB8AC3E}">
        <p14:creationId xmlns:p14="http://schemas.microsoft.com/office/powerpoint/2010/main" val="1281492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E81D6-583F-B171-07AB-8A7503B7A7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396EF5-9B23-C475-B64F-273AC1B1E7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2CED5-11EA-362F-00A0-B55E7EC9D3E6}"/>
              </a:ext>
            </a:extLst>
          </p:cNvPr>
          <p:cNvSpPr>
            <a:spLocks noGrp="1"/>
          </p:cNvSpPr>
          <p:nvPr>
            <p:ph type="dt" sz="half" idx="10"/>
          </p:nvPr>
        </p:nvSpPr>
        <p:spPr/>
        <p:txBody>
          <a:bodyPr/>
          <a:lstStyle/>
          <a:p>
            <a:fld id="{3FBCE6AF-1C4F-4AA6-942F-9B1F51D72A8E}" type="datetimeFigureOut">
              <a:rPr lang="en-US" smtClean="0"/>
              <a:t>11/10/2025</a:t>
            </a:fld>
            <a:endParaRPr lang="en-US"/>
          </a:p>
        </p:txBody>
      </p:sp>
      <p:sp>
        <p:nvSpPr>
          <p:cNvPr id="5" name="Footer Placeholder 4">
            <a:extLst>
              <a:ext uri="{FF2B5EF4-FFF2-40B4-BE49-F238E27FC236}">
                <a16:creationId xmlns:a16="http://schemas.microsoft.com/office/drawing/2014/main" id="{4EE6207D-A08F-4E7B-C74A-8CA557617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00D76D-CC16-2F28-2D21-AAFB7B12A36E}"/>
              </a:ext>
            </a:extLst>
          </p:cNvPr>
          <p:cNvSpPr>
            <a:spLocks noGrp="1"/>
          </p:cNvSpPr>
          <p:nvPr>
            <p:ph type="sldNum" sz="quarter" idx="12"/>
          </p:nvPr>
        </p:nvSpPr>
        <p:spPr/>
        <p:txBody>
          <a:bodyPr/>
          <a:lstStyle/>
          <a:p>
            <a:fld id="{F5CCCA44-5F7A-4550-8730-66DA14698C43}" type="slidenum">
              <a:rPr lang="en-US" smtClean="0"/>
              <a:t>‹#›</a:t>
            </a:fld>
            <a:endParaRPr lang="en-US"/>
          </a:p>
        </p:txBody>
      </p:sp>
    </p:spTree>
    <p:extLst>
      <p:ext uri="{BB962C8B-B14F-4D97-AF65-F5344CB8AC3E}">
        <p14:creationId xmlns:p14="http://schemas.microsoft.com/office/powerpoint/2010/main" val="1259561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ABF9E-766B-511B-5365-C15B5803DF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35B384-EE83-6335-5D6A-CE5F8CD67A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641624-AA37-7109-AAD2-DE060D1D95C3}"/>
              </a:ext>
            </a:extLst>
          </p:cNvPr>
          <p:cNvSpPr>
            <a:spLocks noGrp="1"/>
          </p:cNvSpPr>
          <p:nvPr>
            <p:ph type="dt" sz="half" idx="10"/>
          </p:nvPr>
        </p:nvSpPr>
        <p:spPr/>
        <p:txBody>
          <a:bodyPr/>
          <a:lstStyle/>
          <a:p>
            <a:fld id="{3FBCE6AF-1C4F-4AA6-942F-9B1F51D72A8E}" type="datetimeFigureOut">
              <a:rPr lang="en-US" smtClean="0"/>
              <a:t>11/10/2025</a:t>
            </a:fld>
            <a:endParaRPr lang="en-US"/>
          </a:p>
        </p:txBody>
      </p:sp>
      <p:sp>
        <p:nvSpPr>
          <p:cNvPr id="5" name="Footer Placeholder 4">
            <a:extLst>
              <a:ext uri="{FF2B5EF4-FFF2-40B4-BE49-F238E27FC236}">
                <a16:creationId xmlns:a16="http://schemas.microsoft.com/office/drawing/2014/main" id="{7D5BC985-7D79-9DB2-B497-AFDE5F61DE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7FCD8A-2AE4-E77B-24DC-0B904DBBC6A9}"/>
              </a:ext>
            </a:extLst>
          </p:cNvPr>
          <p:cNvSpPr>
            <a:spLocks noGrp="1"/>
          </p:cNvSpPr>
          <p:nvPr>
            <p:ph type="sldNum" sz="quarter" idx="12"/>
          </p:nvPr>
        </p:nvSpPr>
        <p:spPr/>
        <p:txBody>
          <a:bodyPr/>
          <a:lstStyle/>
          <a:p>
            <a:fld id="{F5CCCA44-5F7A-4550-8730-66DA14698C43}" type="slidenum">
              <a:rPr lang="en-US" smtClean="0"/>
              <a:t>‹#›</a:t>
            </a:fld>
            <a:endParaRPr lang="en-US"/>
          </a:p>
        </p:txBody>
      </p:sp>
    </p:spTree>
    <p:extLst>
      <p:ext uri="{BB962C8B-B14F-4D97-AF65-F5344CB8AC3E}">
        <p14:creationId xmlns:p14="http://schemas.microsoft.com/office/powerpoint/2010/main" val="3750428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36EEE-8F4E-B985-ADB3-729716114D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3FEE1F-E757-DE26-47FC-942D509E28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4A3C77B-6ACF-697B-E3B8-A6D39204F1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4438C6-901D-7EC7-F3AD-96AC47636FB3}"/>
              </a:ext>
            </a:extLst>
          </p:cNvPr>
          <p:cNvSpPr>
            <a:spLocks noGrp="1"/>
          </p:cNvSpPr>
          <p:nvPr>
            <p:ph type="dt" sz="half" idx="10"/>
          </p:nvPr>
        </p:nvSpPr>
        <p:spPr/>
        <p:txBody>
          <a:bodyPr/>
          <a:lstStyle/>
          <a:p>
            <a:fld id="{3FBCE6AF-1C4F-4AA6-942F-9B1F51D72A8E}" type="datetimeFigureOut">
              <a:rPr lang="en-US" smtClean="0"/>
              <a:t>11/10/2025</a:t>
            </a:fld>
            <a:endParaRPr lang="en-US"/>
          </a:p>
        </p:txBody>
      </p:sp>
      <p:sp>
        <p:nvSpPr>
          <p:cNvPr id="6" name="Footer Placeholder 5">
            <a:extLst>
              <a:ext uri="{FF2B5EF4-FFF2-40B4-BE49-F238E27FC236}">
                <a16:creationId xmlns:a16="http://schemas.microsoft.com/office/drawing/2014/main" id="{A1A5E4D7-4211-CA46-2150-6B883A830C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052C6D-4376-961C-48E1-873BF65C3A7D}"/>
              </a:ext>
            </a:extLst>
          </p:cNvPr>
          <p:cNvSpPr>
            <a:spLocks noGrp="1"/>
          </p:cNvSpPr>
          <p:nvPr>
            <p:ph type="sldNum" sz="quarter" idx="12"/>
          </p:nvPr>
        </p:nvSpPr>
        <p:spPr/>
        <p:txBody>
          <a:bodyPr/>
          <a:lstStyle/>
          <a:p>
            <a:fld id="{F5CCCA44-5F7A-4550-8730-66DA14698C43}" type="slidenum">
              <a:rPr lang="en-US" smtClean="0"/>
              <a:t>‹#›</a:t>
            </a:fld>
            <a:endParaRPr lang="en-US"/>
          </a:p>
        </p:txBody>
      </p:sp>
    </p:spTree>
    <p:extLst>
      <p:ext uri="{BB962C8B-B14F-4D97-AF65-F5344CB8AC3E}">
        <p14:creationId xmlns:p14="http://schemas.microsoft.com/office/powerpoint/2010/main" val="766389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1171F-4DBC-E8B5-1CC2-4B1DB304BE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57F7D4D-C8B8-842B-3FBE-2FBCBCD9B9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A2E0A5-E90C-68D0-3556-0CECB68237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FA764D-3C46-72F7-BFFC-05E8AC1DE1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716D5B-999C-F7BF-8132-87CC9108B8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32D766-D48A-3ECA-E55B-1D535F7C85AE}"/>
              </a:ext>
            </a:extLst>
          </p:cNvPr>
          <p:cNvSpPr>
            <a:spLocks noGrp="1"/>
          </p:cNvSpPr>
          <p:nvPr>
            <p:ph type="dt" sz="half" idx="10"/>
          </p:nvPr>
        </p:nvSpPr>
        <p:spPr/>
        <p:txBody>
          <a:bodyPr/>
          <a:lstStyle/>
          <a:p>
            <a:fld id="{3FBCE6AF-1C4F-4AA6-942F-9B1F51D72A8E}" type="datetimeFigureOut">
              <a:rPr lang="en-US" smtClean="0"/>
              <a:t>11/10/2025</a:t>
            </a:fld>
            <a:endParaRPr lang="en-US"/>
          </a:p>
        </p:txBody>
      </p:sp>
      <p:sp>
        <p:nvSpPr>
          <p:cNvPr id="8" name="Footer Placeholder 7">
            <a:extLst>
              <a:ext uri="{FF2B5EF4-FFF2-40B4-BE49-F238E27FC236}">
                <a16:creationId xmlns:a16="http://schemas.microsoft.com/office/drawing/2014/main" id="{B125608D-9399-DEE7-6F9C-626CD7A70C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BD44FE-EF50-5476-C0CB-2931EA2189A5}"/>
              </a:ext>
            </a:extLst>
          </p:cNvPr>
          <p:cNvSpPr>
            <a:spLocks noGrp="1"/>
          </p:cNvSpPr>
          <p:nvPr>
            <p:ph type="sldNum" sz="quarter" idx="12"/>
          </p:nvPr>
        </p:nvSpPr>
        <p:spPr/>
        <p:txBody>
          <a:bodyPr/>
          <a:lstStyle/>
          <a:p>
            <a:fld id="{F5CCCA44-5F7A-4550-8730-66DA14698C43}" type="slidenum">
              <a:rPr lang="en-US" smtClean="0"/>
              <a:t>‹#›</a:t>
            </a:fld>
            <a:endParaRPr lang="en-US"/>
          </a:p>
        </p:txBody>
      </p:sp>
    </p:spTree>
    <p:extLst>
      <p:ext uri="{BB962C8B-B14F-4D97-AF65-F5344CB8AC3E}">
        <p14:creationId xmlns:p14="http://schemas.microsoft.com/office/powerpoint/2010/main" val="1434977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0012F-1CA4-2B30-8CE8-9C88B758B6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C6D667-C764-7CE3-1993-3F586F0CD7A4}"/>
              </a:ext>
            </a:extLst>
          </p:cNvPr>
          <p:cNvSpPr>
            <a:spLocks noGrp="1"/>
          </p:cNvSpPr>
          <p:nvPr>
            <p:ph type="dt" sz="half" idx="10"/>
          </p:nvPr>
        </p:nvSpPr>
        <p:spPr/>
        <p:txBody>
          <a:bodyPr/>
          <a:lstStyle/>
          <a:p>
            <a:fld id="{3FBCE6AF-1C4F-4AA6-942F-9B1F51D72A8E}" type="datetimeFigureOut">
              <a:rPr lang="en-US" smtClean="0"/>
              <a:t>11/10/2025</a:t>
            </a:fld>
            <a:endParaRPr lang="en-US"/>
          </a:p>
        </p:txBody>
      </p:sp>
      <p:sp>
        <p:nvSpPr>
          <p:cNvPr id="4" name="Footer Placeholder 3">
            <a:extLst>
              <a:ext uri="{FF2B5EF4-FFF2-40B4-BE49-F238E27FC236}">
                <a16:creationId xmlns:a16="http://schemas.microsoft.com/office/drawing/2014/main" id="{B8EB737D-0D0C-10B3-6B4F-E91FE0BF7C3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4FBDE3-BA92-9C6C-59D3-54AD38C681B1}"/>
              </a:ext>
            </a:extLst>
          </p:cNvPr>
          <p:cNvSpPr>
            <a:spLocks noGrp="1"/>
          </p:cNvSpPr>
          <p:nvPr>
            <p:ph type="sldNum" sz="quarter" idx="12"/>
          </p:nvPr>
        </p:nvSpPr>
        <p:spPr/>
        <p:txBody>
          <a:bodyPr/>
          <a:lstStyle/>
          <a:p>
            <a:fld id="{F5CCCA44-5F7A-4550-8730-66DA14698C43}" type="slidenum">
              <a:rPr lang="en-US" smtClean="0"/>
              <a:t>‹#›</a:t>
            </a:fld>
            <a:endParaRPr lang="en-US"/>
          </a:p>
        </p:txBody>
      </p:sp>
    </p:spTree>
    <p:extLst>
      <p:ext uri="{BB962C8B-B14F-4D97-AF65-F5344CB8AC3E}">
        <p14:creationId xmlns:p14="http://schemas.microsoft.com/office/powerpoint/2010/main" val="2331435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03A30F-62AB-7654-955F-676F04C94586}"/>
              </a:ext>
            </a:extLst>
          </p:cNvPr>
          <p:cNvSpPr>
            <a:spLocks noGrp="1"/>
          </p:cNvSpPr>
          <p:nvPr>
            <p:ph type="dt" sz="half" idx="10"/>
          </p:nvPr>
        </p:nvSpPr>
        <p:spPr/>
        <p:txBody>
          <a:bodyPr/>
          <a:lstStyle/>
          <a:p>
            <a:fld id="{3FBCE6AF-1C4F-4AA6-942F-9B1F51D72A8E}" type="datetimeFigureOut">
              <a:rPr lang="en-US" smtClean="0"/>
              <a:t>11/10/2025</a:t>
            </a:fld>
            <a:endParaRPr lang="en-US"/>
          </a:p>
        </p:txBody>
      </p:sp>
      <p:sp>
        <p:nvSpPr>
          <p:cNvPr id="3" name="Footer Placeholder 2">
            <a:extLst>
              <a:ext uri="{FF2B5EF4-FFF2-40B4-BE49-F238E27FC236}">
                <a16:creationId xmlns:a16="http://schemas.microsoft.com/office/drawing/2014/main" id="{14F0BE68-F8A8-E273-A447-7FCFAF22C3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09BC27-C3A1-48BE-1202-6ECAC22D1694}"/>
              </a:ext>
            </a:extLst>
          </p:cNvPr>
          <p:cNvSpPr>
            <a:spLocks noGrp="1"/>
          </p:cNvSpPr>
          <p:nvPr>
            <p:ph type="sldNum" sz="quarter" idx="12"/>
          </p:nvPr>
        </p:nvSpPr>
        <p:spPr/>
        <p:txBody>
          <a:bodyPr/>
          <a:lstStyle/>
          <a:p>
            <a:fld id="{F5CCCA44-5F7A-4550-8730-66DA14698C43}" type="slidenum">
              <a:rPr lang="en-US" smtClean="0"/>
              <a:t>‹#›</a:t>
            </a:fld>
            <a:endParaRPr lang="en-US"/>
          </a:p>
        </p:txBody>
      </p:sp>
    </p:spTree>
    <p:extLst>
      <p:ext uri="{BB962C8B-B14F-4D97-AF65-F5344CB8AC3E}">
        <p14:creationId xmlns:p14="http://schemas.microsoft.com/office/powerpoint/2010/main" val="396553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A5D2A-74B0-638B-0C2D-3E6FB46A8E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0B2C8B-95E4-4A02-D6AC-65B9D36B41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EBEAD9-FAC1-A108-81C6-8476156CB5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4BAC36-DEFD-D6A3-8069-EE36026BB737}"/>
              </a:ext>
            </a:extLst>
          </p:cNvPr>
          <p:cNvSpPr>
            <a:spLocks noGrp="1"/>
          </p:cNvSpPr>
          <p:nvPr>
            <p:ph type="dt" sz="half" idx="10"/>
          </p:nvPr>
        </p:nvSpPr>
        <p:spPr/>
        <p:txBody>
          <a:bodyPr/>
          <a:lstStyle/>
          <a:p>
            <a:fld id="{3FBCE6AF-1C4F-4AA6-942F-9B1F51D72A8E}" type="datetimeFigureOut">
              <a:rPr lang="en-US" smtClean="0"/>
              <a:t>11/10/2025</a:t>
            </a:fld>
            <a:endParaRPr lang="en-US"/>
          </a:p>
        </p:txBody>
      </p:sp>
      <p:sp>
        <p:nvSpPr>
          <p:cNvPr id="6" name="Footer Placeholder 5">
            <a:extLst>
              <a:ext uri="{FF2B5EF4-FFF2-40B4-BE49-F238E27FC236}">
                <a16:creationId xmlns:a16="http://schemas.microsoft.com/office/drawing/2014/main" id="{7A0B37A7-ECB5-4E6B-CD37-D39F84AD36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348CEB-DCC9-19A2-F726-EFBD1A4BBA0F}"/>
              </a:ext>
            </a:extLst>
          </p:cNvPr>
          <p:cNvSpPr>
            <a:spLocks noGrp="1"/>
          </p:cNvSpPr>
          <p:nvPr>
            <p:ph type="sldNum" sz="quarter" idx="12"/>
          </p:nvPr>
        </p:nvSpPr>
        <p:spPr/>
        <p:txBody>
          <a:bodyPr/>
          <a:lstStyle/>
          <a:p>
            <a:fld id="{F5CCCA44-5F7A-4550-8730-66DA14698C43}" type="slidenum">
              <a:rPr lang="en-US" smtClean="0"/>
              <a:t>‹#›</a:t>
            </a:fld>
            <a:endParaRPr lang="en-US"/>
          </a:p>
        </p:txBody>
      </p:sp>
    </p:spTree>
    <p:extLst>
      <p:ext uri="{BB962C8B-B14F-4D97-AF65-F5344CB8AC3E}">
        <p14:creationId xmlns:p14="http://schemas.microsoft.com/office/powerpoint/2010/main" val="3789413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5585A-EB35-B953-F3F5-A38416E20E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3B76C5-D357-8AF3-AB13-791FE8B8C1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6B6A2FD-7F4A-815D-73BC-D031D3D2B8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AC2F34-4E82-8599-D549-F269A88576E8}"/>
              </a:ext>
            </a:extLst>
          </p:cNvPr>
          <p:cNvSpPr>
            <a:spLocks noGrp="1"/>
          </p:cNvSpPr>
          <p:nvPr>
            <p:ph type="dt" sz="half" idx="10"/>
          </p:nvPr>
        </p:nvSpPr>
        <p:spPr/>
        <p:txBody>
          <a:bodyPr/>
          <a:lstStyle/>
          <a:p>
            <a:fld id="{3FBCE6AF-1C4F-4AA6-942F-9B1F51D72A8E}" type="datetimeFigureOut">
              <a:rPr lang="en-US" smtClean="0"/>
              <a:t>11/10/2025</a:t>
            </a:fld>
            <a:endParaRPr lang="en-US"/>
          </a:p>
        </p:txBody>
      </p:sp>
      <p:sp>
        <p:nvSpPr>
          <p:cNvPr id="6" name="Footer Placeholder 5">
            <a:extLst>
              <a:ext uri="{FF2B5EF4-FFF2-40B4-BE49-F238E27FC236}">
                <a16:creationId xmlns:a16="http://schemas.microsoft.com/office/drawing/2014/main" id="{8A6B78B4-94B8-4226-EF9A-9A35ED4F4C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764B8A-39AC-DEE3-301B-E1FF30F2EFAD}"/>
              </a:ext>
            </a:extLst>
          </p:cNvPr>
          <p:cNvSpPr>
            <a:spLocks noGrp="1"/>
          </p:cNvSpPr>
          <p:nvPr>
            <p:ph type="sldNum" sz="quarter" idx="12"/>
          </p:nvPr>
        </p:nvSpPr>
        <p:spPr/>
        <p:txBody>
          <a:bodyPr/>
          <a:lstStyle/>
          <a:p>
            <a:fld id="{F5CCCA44-5F7A-4550-8730-66DA14698C43}" type="slidenum">
              <a:rPr lang="en-US" smtClean="0"/>
              <a:t>‹#›</a:t>
            </a:fld>
            <a:endParaRPr lang="en-US"/>
          </a:p>
        </p:txBody>
      </p:sp>
    </p:spTree>
    <p:extLst>
      <p:ext uri="{BB962C8B-B14F-4D97-AF65-F5344CB8AC3E}">
        <p14:creationId xmlns:p14="http://schemas.microsoft.com/office/powerpoint/2010/main" val="4213271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F73A9-72AE-3132-B7E6-95FD1CCA81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822622-26B3-7436-02F4-6A77EF9408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E98C8E-330A-3187-69D6-DBFD6C76B6B2}"/>
              </a:ext>
            </a:extLst>
          </p:cNvPr>
          <p:cNvSpPr>
            <a:spLocks noGrp="1"/>
          </p:cNvSpPr>
          <p:nvPr>
            <p:ph type="dt" sz="half" idx="10"/>
          </p:nvPr>
        </p:nvSpPr>
        <p:spPr/>
        <p:txBody>
          <a:bodyPr/>
          <a:lstStyle/>
          <a:p>
            <a:fld id="{3FBCE6AF-1C4F-4AA6-942F-9B1F51D72A8E}" type="datetimeFigureOut">
              <a:rPr lang="en-US" smtClean="0"/>
              <a:t>11/10/2025</a:t>
            </a:fld>
            <a:endParaRPr lang="en-US"/>
          </a:p>
        </p:txBody>
      </p:sp>
      <p:sp>
        <p:nvSpPr>
          <p:cNvPr id="5" name="Footer Placeholder 4">
            <a:extLst>
              <a:ext uri="{FF2B5EF4-FFF2-40B4-BE49-F238E27FC236}">
                <a16:creationId xmlns:a16="http://schemas.microsoft.com/office/drawing/2014/main" id="{63BBC69A-6098-E58B-71A5-57AFEAD101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7C471D-530D-5C73-12D4-BE5161872A76}"/>
              </a:ext>
            </a:extLst>
          </p:cNvPr>
          <p:cNvSpPr>
            <a:spLocks noGrp="1"/>
          </p:cNvSpPr>
          <p:nvPr>
            <p:ph type="sldNum" sz="quarter" idx="12"/>
          </p:nvPr>
        </p:nvSpPr>
        <p:spPr/>
        <p:txBody>
          <a:bodyPr/>
          <a:lstStyle/>
          <a:p>
            <a:fld id="{F5CCCA44-5F7A-4550-8730-66DA14698C43}" type="slidenum">
              <a:rPr lang="en-US" smtClean="0"/>
              <a:t>‹#›</a:t>
            </a:fld>
            <a:endParaRPr lang="en-US"/>
          </a:p>
        </p:txBody>
      </p:sp>
    </p:spTree>
    <p:extLst>
      <p:ext uri="{BB962C8B-B14F-4D97-AF65-F5344CB8AC3E}">
        <p14:creationId xmlns:p14="http://schemas.microsoft.com/office/powerpoint/2010/main" val="698570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EC9CCD-2D7C-A57A-D8E3-7040C85990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2A5C75-1DC8-14D4-AD78-DA550B7B1C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EF851C-CDC5-CA40-CAF9-AABCD1409ACE}"/>
              </a:ext>
            </a:extLst>
          </p:cNvPr>
          <p:cNvSpPr>
            <a:spLocks noGrp="1"/>
          </p:cNvSpPr>
          <p:nvPr>
            <p:ph type="dt" sz="half" idx="10"/>
          </p:nvPr>
        </p:nvSpPr>
        <p:spPr/>
        <p:txBody>
          <a:bodyPr/>
          <a:lstStyle/>
          <a:p>
            <a:fld id="{3FBCE6AF-1C4F-4AA6-942F-9B1F51D72A8E}" type="datetimeFigureOut">
              <a:rPr lang="en-US" smtClean="0"/>
              <a:t>11/10/2025</a:t>
            </a:fld>
            <a:endParaRPr lang="en-US"/>
          </a:p>
        </p:txBody>
      </p:sp>
      <p:sp>
        <p:nvSpPr>
          <p:cNvPr id="5" name="Footer Placeholder 4">
            <a:extLst>
              <a:ext uri="{FF2B5EF4-FFF2-40B4-BE49-F238E27FC236}">
                <a16:creationId xmlns:a16="http://schemas.microsoft.com/office/drawing/2014/main" id="{D86D0F10-9130-3BE7-7287-4ABE2D952C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EAB4AD-68A7-4E63-17C7-A357520D7AD6}"/>
              </a:ext>
            </a:extLst>
          </p:cNvPr>
          <p:cNvSpPr>
            <a:spLocks noGrp="1"/>
          </p:cNvSpPr>
          <p:nvPr>
            <p:ph type="sldNum" sz="quarter" idx="12"/>
          </p:nvPr>
        </p:nvSpPr>
        <p:spPr/>
        <p:txBody>
          <a:bodyPr/>
          <a:lstStyle/>
          <a:p>
            <a:fld id="{F5CCCA44-5F7A-4550-8730-66DA14698C43}" type="slidenum">
              <a:rPr lang="en-US" smtClean="0"/>
              <a:t>‹#›</a:t>
            </a:fld>
            <a:endParaRPr lang="en-US"/>
          </a:p>
        </p:txBody>
      </p:sp>
    </p:spTree>
    <p:extLst>
      <p:ext uri="{BB962C8B-B14F-4D97-AF65-F5344CB8AC3E}">
        <p14:creationId xmlns:p14="http://schemas.microsoft.com/office/powerpoint/2010/main" val="2137993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CE8898-B93A-AA35-6907-8DD9CFCA93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BB290A-F2B1-C7ED-4420-DFC7816C73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38AEDA-8222-E691-F8B7-9B60C5F45A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BCE6AF-1C4F-4AA6-942F-9B1F51D72A8E}" type="datetimeFigureOut">
              <a:rPr lang="en-US" smtClean="0"/>
              <a:t>11/10/2025</a:t>
            </a:fld>
            <a:endParaRPr lang="en-US"/>
          </a:p>
        </p:txBody>
      </p:sp>
      <p:sp>
        <p:nvSpPr>
          <p:cNvPr id="5" name="Footer Placeholder 4">
            <a:extLst>
              <a:ext uri="{FF2B5EF4-FFF2-40B4-BE49-F238E27FC236}">
                <a16:creationId xmlns:a16="http://schemas.microsoft.com/office/drawing/2014/main" id="{4F92D778-BE13-D061-A411-6F90FBDDC0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090EF1E-1465-F43F-C2A2-3F4540FB8E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CCCA44-5F7A-4550-8730-66DA14698C43}" type="slidenum">
              <a:rPr lang="en-US" smtClean="0"/>
              <a:t>‹#›</a:t>
            </a:fld>
            <a:endParaRPr lang="en-US"/>
          </a:p>
        </p:txBody>
      </p:sp>
    </p:spTree>
    <p:extLst>
      <p:ext uri="{BB962C8B-B14F-4D97-AF65-F5344CB8AC3E}">
        <p14:creationId xmlns:p14="http://schemas.microsoft.com/office/powerpoint/2010/main" val="3864675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pi.flutter.dev/flutter/widgets/InheritedWidget-class.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codelabs.developers.google.com/codelabs/flutter" TargetMode="External"/><Relationship Id="rId5" Type="http://schemas.openxmlformats.org/officeDocument/2006/relationships/hyperlink" Target="https://api.flutter.dev/flutter/widgets/State/setState.html" TargetMode="External"/><Relationship Id="rId4" Type="http://schemas.openxmlformats.org/officeDocument/2006/relationships/hyperlink" Target="https://api.flutter.dev/flutter/widgets/BuildContext/dependOnInheritedWidgetOfExactType.html"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flutterbyexample.com/lesson/inherited-widget"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hyperlink" Target="https://resocoder.com/2019/06/02/inheritedwidget-in-flutter/" TargetMode="External"/><Relationship Id="rId4" Type="http://schemas.openxmlformats.org/officeDocument/2006/relationships/hyperlink" Target="https://medium.com/flutter-community/understanding-inheritedwidget-in-flutter-25c6e53e1d14"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8C5F68-E3E9-DE28-3B78-B152272BADE6}"/>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2BFAD316-3C05-57E4-ED08-2A82D12A37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3700670" y="-1633335"/>
            <a:ext cx="6858001" cy="10124663"/>
          </a:xfrm>
          <a:prstGeom prst="rect">
            <a:avLst/>
          </a:prstGeom>
          <a:noFill/>
          <a:extLst>
            <a:ext uri="{909E8E84-426E-40DD-AFC4-6F175D3DCCD1}">
              <a14:hiddenFill xmlns:a14="http://schemas.microsoft.com/office/drawing/2010/main">
                <a:solidFill>
                  <a:srgbClr val="FFFFFF"/>
                </a:solidFill>
              </a14:hiddenFill>
            </a:ext>
          </a:extLst>
        </p:spPr>
      </p:pic>
      <p:sp>
        <p:nvSpPr>
          <p:cNvPr id="7" name="Oval 6">
            <a:extLst>
              <a:ext uri="{FF2B5EF4-FFF2-40B4-BE49-F238E27FC236}">
                <a16:creationId xmlns:a16="http://schemas.microsoft.com/office/drawing/2014/main" id="{C892044C-4E9E-D000-FE42-5902F394E428}"/>
              </a:ext>
            </a:extLst>
          </p:cNvPr>
          <p:cNvSpPr/>
          <p:nvPr/>
        </p:nvSpPr>
        <p:spPr>
          <a:xfrm>
            <a:off x="-364435" y="-140654"/>
            <a:ext cx="4734784" cy="7287221"/>
          </a:xfrm>
          <a:custGeom>
            <a:avLst/>
            <a:gdLst>
              <a:gd name="connsiteX0" fmla="*/ 0 w 6864350"/>
              <a:gd name="connsiteY0" fmla="*/ 3432175 h 6864350"/>
              <a:gd name="connsiteX1" fmla="*/ 3432175 w 6864350"/>
              <a:gd name="connsiteY1" fmla="*/ 0 h 6864350"/>
              <a:gd name="connsiteX2" fmla="*/ 6864350 w 6864350"/>
              <a:gd name="connsiteY2" fmla="*/ 3432175 h 6864350"/>
              <a:gd name="connsiteX3" fmla="*/ 3432175 w 6864350"/>
              <a:gd name="connsiteY3" fmla="*/ 6864350 h 6864350"/>
              <a:gd name="connsiteX4" fmla="*/ 0 w 6864350"/>
              <a:gd name="connsiteY4" fmla="*/ 3432175 h 6864350"/>
              <a:gd name="connsiteX0" fmla="*/ 15255 w 6879605"/>
              <a:gd name="connsiteY0" fmla="*/ 3477239 h 6909414"/>
              <a:gd name="connsiteX1" fmla="*/ 2238031 w 6879605"/>
              <a:gd name="connsiteY1" fmla="*/ 1641951 h 6909414"/>
              <a:gd name="connsiteX2" fmla="*/ 3447430 w 6879605"/>
              <a:gd name="connsiteY2" fmla="*/ 45064 h 6909414"/>
              <a:gd name="connsiteX3" fmla="*/ 6879605 w 6879605"/>
              <a:gd name="connsiteY3" fmla="*/ 3477239 h 6909414"/>
              <a:gd name="connsiteX4" fmla="*/ 3447430 w 6879605"/>
              <a:gd name="connsiteY4" fmla="*/ 6909414 h 6909414"/>
              <a:gd name="connsiteX5" fmla="*/ 15255 w 6879605"/>
              <a:gd name="connsiteY5" fmla="*/ 3477239 h 6909414"/>
              <a:gd name="connsiteX0" fmla="*/ 55104 w 5441837"/>
              <a:gd name="connsiteY0" fmla="*/ 4186230 h 6914519"/>
              <a:gd name="connsiteX1" fmla="*/ 800263 w 5441837"/>
              <a:gd name="connsiteY1" fmla="*/ 1641951 h 6914519"/>
              <a:gd name="connsiteX2" fmla="*/ 2009662 w 5441837"/>
              <a:gd name="connsiteY2" fmla="*/ 45064 h 6914519"/>
              <a:gd name="connsiteX3" fmla="*/ 5441837 w 5441837"/>
              <a:gd name="connsiteY3" fmla="*/ 3477239 h 6914519"/>
              <a:gd name="connsiteX4" fmla="*/ 2009662 w 5441837"/>
              <a:gd name="connsiteY4" fmla="*/ 6909414 h 6914519"/>
              <a:gd name="connsiteX5" fmla="*/ 55104 w 5441837"/>
              <a:gd name="connsiteY5" fmla="*/ 4186230 h 6914519"/>
              <a:gd name="connsiteX0" fmla="*/ 186139 w 5036159"/>
              <a:gd name="connsiteY0" fmla="*/ 4683187 h 6927212"/>
              <a:gd name="connsiteX1" fmla="*/ 394585 w 5036159"/>
              <a:gd name="connsiteY1" fmla="*/ 1641951 h 6927212"/>
              <a:gd name="connsiteX2" fmla="*/ 1603984 w 5036159"/>
              <a:gd name="connsiteY2" fmla="*/ 45064 h 6927212"/>
              <a:gd name="connsiteX3" fmla="*/ 5036159 w 5036159"/>
              <a:gd name="connsiteY3" fmla="*/ 3477239 h 6927212"/>
              <a:gd name="connsiteX4" fmla="*/ 1603984 w 5036159"/>
              <a:gd name="connsiteY4" fmla="*/ 6909414 h 6927212"/>
              <a:gd name="connsiteX5" fmla="*/ 186139 w 5036159"/>
              <a:gd name="connsiteY5" fmla="*/ 4683187 h 6927212"/>
              <a:gd name="connsiteX0" fmla="*/ 28098 w 4878118"/>
              <a:gd name="connsiteY0" fmla="*/ 4678171 h 6920195"/>
              <a:gd name="connsiteX1" fmla="*/ 481710 w 4878118"/>
              <a:gd name="connsiteY1" fmla="*/ 2968777 h 6920195"/>
              <a:gd name="connsiteX2" fmla="*/ 236544 w 4878118"/>
              <a:gd name="connsiteY2" fmla="*/ 1636935 h 6920195"/>
              <a:gd name="connsiteX3" fmla="*/ 1445943 w 4878118"/>
              <a:gd name="connsiteY3" fmla="*/ 40048 h 6920195"/>
              <a:gd name="connsiteX4" fmla="*/ 4878118 w 4878118"/>
              <a:gd name="connsiteY4" fmla="*/ 3472223 h 6920195"/>
              <a:gd name="connsiteX5" fmla="*/ 1445943 w 4878118"/>
              <a:gd name="connsiteY5" fmla="*/ 6904398 h 6920195"/>
              <a:gd name="connsiteX6" fmla="*/ 28098 w 4878118"/>
              <a:gd name="connsiteY6" fmla="*/ 4678171 h 6920195"/>
              <a:gd name="connsiteX0" fmla="*/ 28098 w 4878118"/>
              <a:gd name="connsiteY0" fmla="*/ 4667908 h 6909932"/>
              <a:gd name="connsiteX1" fmla="*/ 481710 w 4878118"/>
              <a:gd name="connsiteY1" fmla="*/ 2958514 h 6909932"/>
              <a:gd name="connsiteX2" fmla="*/ 528092 w 4878118"/>
              <a:gd name="connsiteY2" fmla="*/ 1818829 h 6909932"/>
              <a:gd name="connsiteX3" fmla="*/ 1445943 w 4878118"/>
              <a:gd name="connsiteY3" fmla="*/ 29785 h 6909932"/>
              <a:gd name="connsiteX4" fmla="*/ 4878118 w 4878118"/>
              <a:gd name="connsiteY4" fmla="*/ 3461960 h 6909932"/>
              <a:gd name="connsiteX5" fmla="*/ 1445943 w 4878118"/>
              <a:gd name="connsiteY5" fmla="*/ 6894135 h 6909932"/>
              <a:gd name="connsiteX6" fmla="*/ 28098 w 4878118"/>
              <a:gd name="connsiteY6" fmla="*/ 4667908 h 6909932"/>
              <a:gd name="connsiteX0" fmla="*/ 28098 w 4878118"/>
              <a:gd name="connsiteY0" fmla="*/ 4673948 h 6915972"/>
              <a:gd name="connsiteX1" fmla="*/ 481710 w 4878118"/>
              <a:gd name="connsiteY1" fmla="*/ 2964554 h 6915972"/>
              <a:gd name="connsiteX2" fmla="*/ 528092 w 4878118"/>
              <a:gd name="connsiteY2" fmla="*/ 1824869 h 6915972"/>
              <a:gd name="connsiteX3" fmla="*/ 1445943 w 4878118"/>
              <a:gd name="connsiteY3" fmla="*/ 35825 h 6915972"/>
              <a:gd name="connsiteX4" fmla="*/ 4878118 w 4878118"/>
              <a:gd name="connsiteY4" fmla="*/ 3468000 h 6915972"/>
              <a:gd name="connsiteX5" fmla="*/ 1445943 w 4878118"/>
              <a:gd name="connsiteY5" fmla="*/ 6900175 h 6915972"/>
              <a:gd name="connsiteX6" fmla="*/ 28098 w 4878118"/>
              <a:gd name="connsiteY6" fmla="*/ 4673948 h 6915972"/>
              <a:gd name="connsiteX0" fmla="*/ 28098 w 4878118"/>
              <a:gd name="connsiteY0" fmla="*/ 4678103 h 6920127"/>
              <a:gd name="connsiteX1" fmla="*/ 481710 w 4878118"/>
              <a:gd name="connsiteY1" fmla="*/ 2968709 h 6920127"/>
              <a:gd name="connsiteX2" fmla="*/ 528092 w 4878118"/>
              <a:gd name="connsiteY2" fmla="*/ 1829024 h 6920127"/>
              <a:gd name="connsiteX3" fmla="*/ 1445943 w 4878118"/>
              <a:gd name="connsiteY3" fmla="*/ 39980 h 6920127"/>
              <a:gd name="connsiteX4" fmla="*/ 4878118 w 4878118"/>
              <a:gd name="connsiteY4" fmla="*/ 3472155 h 6920127"/>
              <a:gd name="connsiteX5" fmla="*/ 1445943 w 4878118"/>
              <a:gd name="connsiteY5" fmla="*/ 6904330 h 6920127"/>
              <a:gd name="connsiteX6" fmla="*/ 28098 w 4878118"/>
              <a:gd name="connsiteY6" fmla="*/ 4678103 h 6920127"/>
              <a:gd name="connsiteX0" fmla="*/ 28098 w 4878118"/>
              <a:gd name="connsiteY0" fmla="*/ 4678103 h 6920127"/>
              <a:gd name="connsiteX1" fmla="*/ 481710 w 4878118"/>
              <a:gd name="connsiteY1" fmla="*/ 2968709 h 6920127"/>
              <a:gd name="connsiteX2" fmla="*/ 528092 w 4878118"/>
              <a:gd name="connsiteY2" fmla="*/ 1829024 h 6920127"/>
              <a:gd name="connsiteX3" fmla="*/ 1445943 w 4878118"/>
              <a:gd name="connsiteY3" fmla="*/ 39980 h 6920127"/>
              <a:gd name="connsiteX4" fmla="*/ 4878118 w 4878118"/>
              <a:gd name="connsiteY4" fmla="*/ 3472155 h 6920127"/>
              <a:gd name="connsiteX5" fmla="*/ 1445943 w 4878118"/>
              <a:gd name="connsiteY5" fmla="*/ 6904330 h 6920127"/>
              <a:gd name="connsiteX6" fmla="*/ 28098 w 4878118"/>
              <a:gd name="connsiteY6" fmla="*/ 4678103 h 6920127"/>
              <a:gd name="connsiteX0" fmla="*/ 28098 w 4878118"/>
              <a:gd name="connsiteY0" fmla="*/ 4678103 h 6920127"/>
              <a:gd name="connsiteX1" fmla="*/ 481710 w 4878118"/>
              <a:gd name="connsiteY1" fmla="*/ 2968709 h 6920127"/>
              <a:gd name="connsiteX2" fmla="*/ 528092 w 4878118"/>
              <a:gd name="connsiteY2" fmla="*/ 1829024 h 6920127"/>
              <a:gd name="connsiteX3" fmla="*/ 1445943 w 4878118"/>
              <a:gd name="connsiteY3" fmla="*/ 39980 h 6920127"/>
              <a:gd name="connsiteX4" fmla="*/ 4878118 w 4878118"/>
              <a:gd name="connsiteY4" fmla="*/ 3472155 h 6920127"/>
              <a:gd name="connsiteX5" fmla="*/ 1445943 w 4878118"/>
              <a:gd name="connsiteY5" fmla="*/ 6904330 h 6920127"/>
              <a:gd name="connsiteX6" fmla="*/ 28098 w 4878118"/>
              <a:gd name="connsiteY6" fmla="*/ 4678103 h 6920127"/>
              <a:gd name="connsiteX0" fmla="*/ 25863 w 4875883"/>
              <a:gd name="connsiteY0" fmla="*/ 4678103 h 6920743"/>
              <a:gd name="connsiteX1" fmla="*/ 505980 w 4875883"/>
              <a:gd name="connsiteY1" fmla="*/ 2524762 h 6920743"/>
              <a:gd name="connsiteX2" fmla="*/ 525857 w 4875883"/>
              <a:gd name="connsiteY2" fmla="*/ 1829024 h 6920743"/>
              <a:gd name="connsiteX3" fmla="*/ 1443708 w 4875883"/>
              <a:gd name="connsiteY3" fmla="*/ 39980 h 6920743"/>
              <a:gd name="connsiteX4" fmla="*/ 4875883 w 4875883"/>
              <a:gd name="connsiteY4" fmla="*/ 3472155 h 6920743"/>
              <a:gd name="connsiteX5" fmla="*/ 1443708 w 4875883"/>
              <a:gd name="connsiteY5" fmla="*/ 6904330 h 6920743"/>
              <a:gd name="connsiteX6" fmla="*/ 25863 w 4875883"/>
              <a:gd name="connsiteY6" fmla="*/ 4678103 h 6920743"/>
              <a:gd name="connsiteX0" fmla="*/ 316163 w 5166183"/>
              <a:gd name="connsiteY0" fmla="*/ 4678103 h 6920743"/>
              <a:gd name="connsiteX1" fmla="*/ 796280 w 5166183"/>
              <a:gd name="connsiteY1" fmla="*/ 2524762 h 6920743"/>
              <a:gd name="connsiteX2" fmla="*/ 816157 w 5166183"/>
              <a:gd name="connsiteY2" fmla="*/ 1829024 h 6920743"/>
              <a:gd name="connsiteX3" fmla="*/ 1734008 w 5166183"/>
              <a:gd name="connsiteY3" fmla="*/ 39980 h 6920743"/>
              <a:gd name="connsiteX4" fmla="*/ 5166183 w 5166183"/>
              <a:gd name="connsiteY4" fmla="*/ 3472155 h 6920743"/>
              <a:gd name="connsiteX5" fmla="*/ 1734008 w 5166183"/>
              <a:gd name="connsiteY5" fmla="*/ 6904330 h 6920743"/>
              <a:gd name="connsiteX6" fmla="*/ 316163 w 5166183"/>
              <a:gd name="connsiteY6" fmla="*/ 4678103 h 6920743"/>
              <a:gd name="connsiteX0" fmla="*/ 239182 w 5089202"/>
              <a:gd name="connsiteY0" fmla="*/ 4678103 h 6920415"/>
              <a:gd name="connsiteX1" fmla="*/ 851821 w 5089202"/>
              <a:gd name="connsiteY1" fmla="*/ 2756675 h 6920415"/>
              <a:gd name="connsiteX2" fmla="*/ 739176 w 5089202"/>
              <a:gd name="connsiteY2" fmla="*/ 1829024 h 6920415"/>
              <a:gd name="connsiteX3" fmla="*/ 1657027 w 5089202"/>
              <a:gd name="connsiteY3" fmla="*/ 39980 h 6920415"/>
              <a:gd name="connsiteX4" fmla="*/ 5089202 w 5089202"/>
              <a:gd name="connsiteY4" fmla="*/ 3472155 h 6920415"/>
              <a:gd name="connsiteX5" fmla="*/ 1657027 w 5089202"/>
              <a:gd name="connsiteY5" fmla="*/ 6904330 h 6920415"/>
              <a:gd name="connsiteX6" fmla="*/ 239182 w 5089202"/>
              <a:gd name="connsiteY6" fmla="*/ 4678103 h 6920415"/>
              <a:gd name="connsiteX0" fmla="*/ 370253 w 5220273"/>
              <a:gd name="connsiteY0" fmla="*/ 4678103 h 6920415"/>
              <a:gd name="connsiteX1" fmla="*/ 982892 w 5220273"/>
              <a:gd name="connsiteY1" fmla="*/ 2756675 h 6920415"/>
              <a:gd name="connsiteX2" fmla="*/ 870247 w 5220273"/>
              <a:gd name="connsiteY2" fmla="*/ 1829024 h 6920415"/>
              <a:gd name="connsiteX3" fmla="*/ 1788098 w 5220273"/>
              <a:gd name="connsiteY3" fmla="*/ 39980 h 6920415"/>
              <a:gd name="connsiteX4" fmla="*/ 5220273 w 5220273"/>
              <a:gd name="connsiteY4" fmla="*/ 3472155 h 6920415"/>
              <a:gd name="connsiteX5" fmla="*/ 1788098 w 5220273"/>
              <a:gd name="connsiteY5" fmla="*/ 6904330 h 6920415"/>
              <a:gd name="connsiteX6" fmla="*/ 370253 w 5220273"/>
              <a:gd name="connsiteY6" fmla="*/ 4678103 h 6920415"/>
              <a:gd name="connsiteX0" fmla="*/ 394315 w 5244335"/>
              <a:gd name="connsiteY0" fmla="*/ 4678103 h 6920415"/>
              <a:gd name="connsiteX1" fmla="*/ 1006954 w 5244335"/>
              <a:gd name="connsiteY1" fmla="*/ 2756675 h 6920415"/>
              <a:gd name="connsiteX2" fmla="*/ 894309 w 5244335"/>
              <a:gd name="connsiteY2" fmla="*/ 1829024 h 6920415"/>
              <a:gd name="connsiteX3" fmla="*/ 1812160 w 5244335"/>
              <a:gd name="connsiteY3" fmla="*/ 39980 h 6920415"/>
              <a:gd name="connsiteX4" fmla="*/ 5244335 w 5244335"/>
              <a:gd name="connsiteY4" fmla="*/ 3472155 h 6920415"/>
              <a:gd name="connsiteX5" fmla="*/ 1812160 w 5244335"/>
              <a:gd name="connsiteY5" fmla="*/ 6904330 h 6920415"/>
              <a:gd name="connsiteX6" fmla="*/ 394315 w 5244335"/>
              <a:gd name="connsiteY6" fmla="*/ 4678103 h 6920415"/>
              <a:gd name="connsiteX0" fmla="*/ 394315 w 5244335"/>
              <a:gd name="connsiteY0" fmla="*/ 4678103 h 6920415"/>
              <a:gd name="connsiteX1" fmla="*/ 1006954 w 5244335"/>
              <a:gd name="connsiteY1" fmla="*/ 2756675 h 6920415"/>
              <a:gd name="connsiteX2" fmla="*/ 894309 w 5244335"/>
              <a:gd name="connsiteY2" fmla="*/ 1829024 h 6920415"/>
              <a:gd name="connsiteX3" fmla="*/ 1812160 w 5244335"/>
              <a:gd name="connsiteY3" fmla="*/ 39980 h 6920415"/>
              <a:gd name="connsiteX4" fmla="*/ 5244335 w 5244335"/>
              <a:gd name="connsiteY4" fmla="*/ 3472155 h 6920415"/>
              <a:gd name="connsiteX5" fmla="*/ 1812160 w 5244335"/>
              <a:gd name="connsiteY5" fmla="*/ 6904330 h 6920415"/>
              <a:gd name="connsiteX6" fmla="*/ 394315 w 5244335"/>
              <a:gd name="connsiteY6" fmla="*/ 4678103 h 6920415"/>
              <a:gd name="connsiteX0" fmla="*/ 394315 w 5244335"/>
              <a:gd name="connsiteY0" fmla="*/ 4678103 h 6920415"/>
              <a:gd name="connsiteX1" fmla="*/ 1006954 w 5244335"/>
              <a:gd name="connsiteY1" fmla="*/ 2756675 h 6920415"/>
              <a:gd name="connsiteX2" fmla="*/ 967196 w 5244335"/>
              <a:gd name="connsiteY2" fmla="*/ 1829024 h 6920415"/>
              <a:gd name="connsiteX3" fmla="*/ 1812160 w 5244335"/>
              <a:gd name="connsiteY3" fmla="*/ 39980 h 6920415"/>
              <a:gd name="connsiteX4" fmla="*/ 5244335 w 5244335"/>
              <a:gd name="connsiteY4" fmla="*/ 3472155 h 6920415"/>
              <a:gd name="connsiteX5" fmla="*/ 1812160 w 5244335"/>
              <a:gd name="connsiteY5" fmla="*/ 6904330 h 6920415"/>
              <a:gd name="connsiteX6" fmla="*/ 394315 w 5244335"/>
              <a:gd name="connsiteY6" fmla="*/ 4678103 h 6920415"/>
              <a:gd name="connsiteX0" fmla="*/ 394315 w 5244335"/>
              <a:gd name="connsiteY0" fmla="*/ 4683931 h 6926243"/>
              <a:gd name="connsiteX1" fmla="*/ 1006954 w 5244335"/>
              <a:gd name="connsiteY1" fmla="*/ 2762503 h 6926243"/>
              <a:gd name="connsiteX2" fmla="*/ 967196 w 5244335"/>
              <a:gd name="connsiteY2" fmla="*/ 1834852 h 6926243"/>
              <a:gd name="connsiteX3" fmla="*/ 1812160 w 5244335"/>
              <a:gd name="connsiteY3" fmla="*/ 45808 h 6926243"/>
              <a:gd name="connsiteX4" fmla="*/ 5244335 w 5244335"/>
              <a:gd name="connsiteY4" fmla="*/ 3477983 h 6926243"/>
              <a:gd name="connsiteX5" fmla="*/ 1812160 w 5244335"/>
              <a:gd name="connsiteY5" fmla="*/ 6910158 h 6926243"/>
              <a:gd name="connsiteX6" fmla="*/ 394315 w 5244335"/>
              <a:gd name="connsiteY6" fmla="*/ 4683931 h 6926243"/>
              <a:gd name="connsiteX0" fmla="*/ 394315 w 5244335"/>
              <a:gd name="connsiteY0" fmla="*/ 4655296 h 6897608"/>
              <a:gd name="connsiteX1" fmla="*/ 1006954 w 5244335"/>
              <a:gd name="connsiteY1" fmla="*/ 2733868 h 6897608"/>
              <a:gd name="connsiteX2" fmla="*/ 967196 w 5244335"/>
              <a:gd name="connsiteY2" fmla="*/ 1806217 h 6897608"/>
              <a:gd name="connsiteX3" fmla="*/ 1812160 w 5244335"/>
              <a:gd name="connsiteY3" fmla="*/ 17173 h 6897608"/>
              <a:gd name="connsiteX4" fmla="*/ 5244335 w 5244335"/>
              <a:gd name="connsiteY4" fmla="*/ 3449348 h 6897608"/>
              <a:gd name="connsiteX5" fmla="*/ 1812160 w 5244335"/>
              <a:gd name="connsiteY5" fmla="*/ 6881523 h 6897608"/>
              <a:gd name="connsiteX6" fmla="*/ 394315 w 5244335"/>
              <a:gd name="connsiteY6" fmla="*/ 4655296 h 6897608"/>
              <a:gd name="connsiteX0" fmla="*/ 394315 w 5330051"/>
              <a:gd name="connsiteY0" fmla="*/ 4641876 h 6884188"/>
              <a:gd name="connsiteX1" fmla="*/ 1006954 w 5330051"/>
              <a:gd name="connsiteY1" fmla="*/ 2720448 h 6884188"/>
              <a:gd name="connsiteX2" fmla="*/ 967196 w 5330051"/>
              <a:gd name="connsiteY2" fmla="*/ 1792797 h 6884188"/>
              <a:gd name="connsiteX3" fmla="*/ 1812160 w 5330051"/>
              <a:gd name="connsiteY3" fmla="*/ 3753 h 6884188"/>
              <a:gd name="connsiteX4" fmla="*/ 3783283 w 5330051"/>
              <a:gd name="connsiteY4" fmla="*/ 2183735 h 6884188"/>
              <a:gd name="connsiteX5" fmla="*/ 5244335 w 5330051"/>
              <a:gd name="connsiteY5" fmla="*/ 3435928 h 6884188"/>
              <a:gd name="connsiteX6" fmla="*/ 1812160 w 5330051"/>
              <a:gd name="connsiteY6" fmla="*/ 6868103 h 6884188"/>
              <a:gd name="connsiteX7" fmla="*/ 394315 w 5330051"/>
              <a:gd name="connsiteY7" fmla="*/ 4641876 h 6884188"/>
              <a:gd name="connsiteX0" fmla="*/ 394315 w 5330051"/>
              <a:gd name="connsiteY0" fmla="*/ 4641876 h 6884188"/>
              <a:gd name="connsiteX1" fmla="*/ 1006954 w 5330051"/>
              <a:gd name="connsiteY1" fmla="*/ 2720448 h 6884188"/>
              <a:gd name="connsiteX2" fmla="*/ 967196 w 5330051"/>
              <a:gd name="connsiteY2" fmla="*/ 1792797 h 6884188"/>
              <a:gd name="connsiteX3" fmla="*/ 1812160 w 5330051"/>
              <a:gd name="connsiteY3" fmla="*/ 3753 h 6884188"/>
              <a:gd name="connsiteX4" fmla="*/ 3783283 w 5330051"/>
              <a:gd name="connsiteY4" fmla="*/ 2183735 h 6884188"/>
              <a:gd name="connsiteX5" fmla="*/ 5244335 w 5330051"/>
              <a:gd name="connsiteY5" fmla="*/ 3435928 h 6884188"/>
              <a:gd name="connsiteX6" fmla="*/ 1812160 w 5330051"/>
              <a:gd name="connsiteY6" fmla="*/ 6868103 h 6884188"/>
              <a:gd name="connsiteX7" fmla="*/ 394315 w 5330051"/>
              <a:gd name="connsiteY7" fmla="*/ 4641876 h 6884188"/>
              <a:gd name="connsiteX0" fmla="*/ 394315 w 5317837"/>
              <a:gd name="connsiteY0" fmla="*/ 4643961 h 6886273"/>
              <a:gd name="connsiteX1" fmla="*/ 1006954 w 5317837"/>
              <a:gd name="connsiteY1" fmla="*/ 2722533 h 6886273"/>
              <a:gd name="connsiteX2" fmla="*/ 967196 w 5317837"/>
              <a:gd name="connsiteY2" fmla="*/ 1794882 h 6886273"/>
              <a:gd name="connsiteX3" fmla="*/ 1812160 w 5317837"/>
              <a:gd name="connsiteY3" fmla="*/ 5838 h 6886273"/>
              <a:gd name="connsiteX4" fmla="*/ 3504988 w 5317837"/>
              <a:gd name="connsiteY4" fmla="*/ 2291838 h 6886273"/>
              <a:gd name="connsiteX5" fmla="*/ 5244335 w 5317837"/>
              <a:gd name="connsiteY5" fmla="*/ 3438013 h 6886273"/>
              <a:gd name="connsiteX6" fmla="*/ 1812160 w 5317837"/>
              <a:gd name="connsiteY6" fmla="*/ 6870188 h 6886273"/>
              <a:gd name="connsiteX7" fmla="*/ 394315 w 5317837"/>
              <a:gd name="connsiteY7" fmla="*/ 4643961 h 6886273"/>
              <a:gd name="connsiteX0" fmla="*/ 394315 w 5317837"/>
              <a:gd name="connsiteY0" fmla="*/ 4643961 h 6886273"/>
              <a:gd name="connsiteX1" fmla="*/ 1006954 w 5317837"/>
              <a:gd name="connsiteY1" fmla="*/ 2722533 h 6886273"/>
              <a:gd name="connsiteX2" fmla="*/ 967196 w 5317837"/>
              <a:gd name="connsiteY2" fmla="*/ 1794882 h 6886273"/>
              <a:gd name="connsiteX3" fmla="*/ 1812160 w 5317837"/>
              <a:gd name="connsiteY3" fmla="*/ 5838 h 6886273"/>
              <a:gd name="connsiteX4" fmla="*/ 3504988 w 5317837"/>
              <a:gd name="connsiteY4" fmla="*/ 2291838 h 6886273"/>
              <a:gd name="connsiteX5" fmla="*/ 5244335 w 5317837"/>
              <a:gd name="connsiteY5" fmla="*/ 3438013 h 6886273"/>
              <a:gd name="connsiteX6" fmla="*/ 1812160 w 5317837"/>
              <a:gd name="connsiteY6" fmla="*/ 6870188 h 6886273"/>
              <a:gd name="connsiteX7" fmla="*/ 394315 w 5317837"/>
              <a:gd name="connsiteY7" fmla="*/ 4643961 h 6886273"/>
              <a:gd name="connsiteX0" fmla="*/ 394315 w 4560486"/>
              <a:gd name="connsiteY0" fmla="*/ 4643961 h 6870671"/>
              <a:gd name="connsiteX1" fmla="*/ 1006954 w 4560486"/>
              <a:gd name="connsiteY1" fmla="*/ 2722533 h 6870671"/>
              <a:gd name="connsiteX2" fmla="*/ 967196 w 4560486"/>
              <a:gd name="connsiteY2" fmla="*/ 1794882 h 6870671"/>
              <a:gd name="connsiteX3" fmla="*/ 1812160 w 4560486"/>
              <a:gd name="connsiteY3" fmla="*/ 5838 h 6870671"/>
              <a:gd name="connsiteX4" fmla="*/ 3504988 w 4560486"/>
              <a:gd name="connsiteY4" fmla="*/ 2291838 h 6870671"/>
              <a:gd name="connsiteX5" fmla="*/ 4435953 w 4560486"/>
              <a:gd name="connsiteY5" fmla="*/ 4451805 h 6870671"/>
              <a:gd name="connsiteX6" fmla="*/ 1812160 w 4560486"/>
              <a:gd name="connsiteY6" fmla="*/ 6870188 h 6870671"/>
              <a:gd name="connsiteX7" fmla="*/ 394315 w 4560486"/>
              <a:gd name="connsiteY7" fmla="*/ 4643961 h 6870671"/>
              <a:gd name="connsiteX0" fmla="*/ 394315 w 4540198"/>
              <a:gd name="connsiteY0" fmla="*/ 4643961 h 6870671"/>
              <a:gd name="connsiteX1" fmla="*/ 1006954 w 4540198"/>
              <a:gd name="connsiteY1" fmla="*/ 2722533 h 6870671"/>
              <a:gd name="connsiteX2" fmla="*/ 967196 w 4540198"/>
              <a:gd name="connsiteY2" fmla="*/ 1794882 h 6870671"/>
              <a:gd name="connsiteX3" fmla="*/ 1812160 w 4540198"/>
              <a:gd name="connsiteY3" fmla="*/ 5838 h 6870671"/>
              <a:gd name="connsiteX4" fmla="*/ 3504988 w 4540198"/>
              <a:gd name="connsiteY4" fmla="*/ 2291838 h 6870671"/>
              <a:gd name="connsiteX5" fmla="*/ 4435953 w 4540198"/>
              <a:gd name="connsiteY5" fmla="*/ 4451805 h 6870671"/>
              <a:gd name="connsiteX6" fmla="*/ 1812160 w 4540198"/>
              <a:gd name="connsiteY6" fmla="*/ 6870188 h 6870671"/>
              <a:gd name="connsiteX7" fmla="*/ 394315 w 4540198"/>
              <a:gd name="connsiteY7" fmla="*/ 4643961 h 6870671"/>
              <a:gd name="connsiteX0" fmla="*/ 394315 w 4522028"/>
              <a:gd name="connsiteY0" fmla="*/ 4643961 h 6870671"/>
              <a:gd name="connsiteX1" fmla="*/ 1006954 w 4522028"/>
              <a:gd name="connsiteY1" fmla="*/ 2722533 h 6870671"/>
              <a:gd name="connsiteX2" fmla="*/ 967196 w 4522028"/>
              <a:gd name="connsiteY2" fmla="*/ 1794882 h 6870671"/>
              <a:gd name="connsiteX3" fmla="*/ 1812160 w 4522028"/>
              <a:gd name="connsiteY3" fmla="*/ 5838 h 6870671"/>
              <a:gd name="connsiteX4" fmla="*/ 3504988 w 4522028"/>
              <a:gd name="connsiteY4" fmla="*/ 2291838 h 6870671"/>
              <a:gd name="connsiteX5" fmla="*/ 4435953 w 4522028"/>
              <a:gd name="connsiteY5" fmla="*/ 4451805 h 6870671"/>
              <a:gd name="connsiteX6" fmla="*/ 1812160 w 4522028"/>
              <a:gd name="connsiteY6" fmla="*/ 6870188 h 6870671"/>
              <a:gd name="connsiteX7" fmla="*/ 394315 w 4522028"/>
              <a:gd name="connsiteY7" fmla="*/ 4643961 h 6870671"/>
              <a:gd name="connsiteX0" fmla="*/ 394315 w 4411521"/>
              <a:gd name="connsiteY0" fmla="*/ 4643961 h 6874435"/>
              <a:gd name="connsiteX1" fmla="*/ 1006954 w 4411521"/>
              <a:gd name="connsiteY1" fmla="*/ 2722533 h 6874435"/>
              <a:gd name="connsiteX2" fmla="*/ 967196 w 4411521"/>
              <a:gd name="connsiteY2" fmla="*/ 1794882 h 6874435"/>
              <a:gd name="connsiteX3" fmla="*/ 1812160 w 4411521"/>
              <a:gd name="connsiteY3" fmla="*/ 5838 h 6874435"/>
              <a:gd name="connsiteX4" fmla="*/ 3504988 w 4411521"/>
              <a:gd name="connsiteY4" fmla="*/ 2291838 h 6874435"/>
              <a:gd name="connsiteX5" fmla="*/ 4316684 w 4411521"/>
              <a:gd name="connsiteY5" fmla="*/ 4054239 h 6874435"/>
              <a:gd name="connsiteX6" fmla="*/ 1812160 w 4411521"/>
              <a:gd name="connsiteY6" fmla="*/ 6870188 h 6874435"/>
              <a:gd name="connsiteX7" fmla="*/ 394315 w 4411521"/>
              <a:gd name="connsiteY7" fmla="*/ 4643961 h 6874435"/>
              <a:gd name="connsiteX0" fmla="*/ 394315 w 4465706"/>
              <a:gd name="connsiteY0" fmla="*/ 4643961 h 6874435"/>
              <a:gd name="connsiteX1" fmla="*/ 1006954 w 4465706"/>
              <a:gd name="connsiteY1" fmla="*/ 2722533 h 6874435"/>
              <a:gd name="connsiteX2" fmla="*/ 967196 w 4465706"/>
              <a:gd name="connsiteY2" fmla="*/ 1794882 h 6874435"/>
              <a:gd name="connsiteX3" fmla="*/ 1812160 w 4465706"/>
              <a:gd name="connsiteY3" fmla="*/ 5838 h 6874435"/>
              <a:gd name="connsiteX4" fmla="*/ 3504988 w 4465706"/>
              <a:gd name="connsiteY4" fmla="*/ 2291838 h 6874435"/>
              <a:gd name="connsiteX5" fmla="*/ 4316684 w 4465706"/>
              <a:gd name="connsiteY5" fmla="*/ 4054239 h 6874435"/>
              <a:gd name="connsiteX6" fmla="*/ 1812160 w 4465706"/>
              <a:gd name="connsiteY6" fmla="*/ 6870188 h 6874435"/>
              <a:gd name="connsiteX7" fmla="*/ 394315 w 4465706"/>
              <a:gd name="connsiteY7" fmla="*/ 4643961 h 6874435"/>
              <a:gd name="connsiteX0" fmla="*/ 394315 w 4465706"/>
              <a:gd name="connsiteY0" fmla="*/ 4643961 h 6874435"/>
              <a:gd name="connsiteX1" fmla="*/ 1006954 w 4465706"/>
              <a:gd name="connsiteY1" fmla="*/ 2722533 h 6874435"/>
              <a:gd name="connsiteX2" fmla="*/ 967196 w 4465706"/>
              <a:gd name="connsiteY2" fmla="*/ 1794882 h 6874435"/>
              <a:gd name="connsiteX3" fmla="*/ 1812160 w 4465706"/>
              <a:gd name="connsiteY3" fmla="*/ 5838 h 6874435"/>
              <a:gd name="connsiteX4" fmla="*/ 3504988 w 4465706"/>
              <a:gd name="connsiteY4" fmla="*/ 2291838 h 6874435"/>
              <a:gd name="connsiteX5" fmla="*/ 4316684 w 4465706"/>
              <a:gd name="connsiteY5" fmla="*/ 4054239 h 6874435"/>
              <a:gd name="connsiteX6" fmla="*/ 1812160 w 4465706"/>
              <a:gd name="connsiteY6" fmla="*/ 6870188 h 6874435"/>
              <a:gd name="connsiteX7" fmla="*/ 394315 w 4465706"/>
              <a:gd name="connsiteY7" fmla="*/ 4643961 h 6874435"/>
              <a:gd name="connsiteX0" fmla="*/ 326705 w 4398096"/>
              <a:gd name="connsiteY0" fmla="*/ 4643961 h 7169629"/>
              <a:gd name="connsiteX1" fmla="*/ 939344 w 4398096"/>
              <a:gd name="connsiteY1" fmla="*/ 2722533 h 7169629"/>
              <a:gd name="connsiteX2" fmla="*/ 899586 w 4398096"/>
              <a:gd name="connsiteY2" fmla="*/ 1794882 h 7169629"/>
              <a:gd name="connsiteX3" fmla="*/ 1744550 w 4398096"/>
              <a:gd name="connsiteY3" fmla="*/ 5838 h 7169629"/>
              <a:gd name="connsiteX4" fmla="*/ 3437378 w 4398096"/>
              <a:gd name="connsiteY4" fmla="*/ 2291838 h 7169629"/>
              <a:gd name="connsiteX5" fmla="*/ 4249074 w 4398096"/>
              <a:gd name="connsiteY5" fmla="*/ 4054239 h 7169629"/>
              <a:gd name="connsiteX6" fmla="*/ 1744550 w 4398096"/>
              <a:gd name="connsiteY6" fmla="*/ 6870188 h 7169629"/>
              <a:gd name="connsiteX7" fmla="*/ 502021 w 4398096"/>
              <a:gd name="connsiteY7" fmla="*/ 6837334 h 7169629"/>
              <a:gd name="connsiteX8" fmla="*/ 326705 w 4398096"/>
              <a:gd name="connsiteY8" fmla="*/ 4643961 h 7169629"/>
              <a:gd name="connsiteX0" fmla="*/ 326705 w 4398096"/>
              <a:gd name="connsiteY0" fmla="*/ 4643961 h 7169629"/>
              <a:gd name="connsiteX1" fmla="*/ 939344 w 4398096"/>
              <a:gd name="connsiteY1" fmla="*/ 2722533 h 7169629"/>
              <a:gd name="connsiteX2" fmla="*/ 899586 w 4398096"/>
              <a:gd name="connsiteY2" fmla="*/ 1794882 h 7169629"/>
              <a:gd name="connsiteX3" fmla="*/ 1744550 w 4398096"/>
              <a:gd name="connsiteY3" fmla="*/ 5838 h 7169629"/>
              <a:gd name="connsiteX4" fmla="*/ 3437378 w 4398096"/>
              <a:gd name="connsiteY4" fmla="*/ 2291838 h 7169629"/>
              <a:gd name="connsiteX5" fmla="*/ 4249074 w 4398096"/>
              <a:gd name="connsiteY5" fmla="*/ 4054239 h 7169629"/>
              <a:gd name="connsiteX6" fmla="*/ 1744550 w 4398096"/>
              <a:gd name="connsiteY6" fmla="*/ 6870188 h 7169629"/>
              <a:gd name="connsiteX7" fmla="*/ 502021 w 4398096"/>
              <a:gd name="connsiteY7" fmla="*/ 6837334 h 7169629"/>
              <a:gd name="connsiteX8" fmla="*/ 326705 w 4398096"/>
              <a:gd name="connsiteY8" fmla="*/ 4643961 h 7169629"/>
              <a:gd name="connsiteX0" fmla="*/ 326705 w 4398096"/>
              <a:gd name="connsiteY0" fmla="*/ 4643961 h 7070927"/>
              <a:gd name="connsiteX1" fmla="*/ 939344 w 4398096"/>
              <a:gd name="connsiteY1" fmla="*/ 2722533 h 7070927"/>
              <a:gd name="connsiteX2" fmla="*/ 899586 w 4398096"/>
              <a:gd name="connsiteY2" fmla="*/ 1794882 h 7070927"/>
              <a:gd name="connsiteX3" fmla="*/ 1744550 w 4398096"/>
              <a:gd name="connsiteY3" fmla="*/ 5838 h 7070927"/>
              <a:gd name="connsiteX4" fmla="*/ 3437378 w 4398096"/>
              <a:gd name="connsiteY4" fmla="*/ 2291838 h 7070927"/>
              <a:gd name="connsiteX5" fmla="*/ 4249074 w 4398096"/>
              <a:gd name="connsiteY5" fmla="*/ 4054239 h 7070927"/>
              <a:gd name="connsiteX6" fmla="*/ 1744550 w 4398096"/>
              <a:gd name="connsiteY6" fmla="*/ 6870188 h 7070927"/>
              <a:gd name="connsiteX7" fmla="*/ 502021 w 4398096"/>
              <a:gd name="connsiteY7" fmla="*/ 6837334 h 7070927"/>
              <a:gd name="connsiteX8" fmla="*/ 326705 w 4398096"/>
              <a:gd name="connsiteY8" fmla="*/ 4643961 h 7070927"/>
              <a:gd name="connsiteX0" fmla="*/ 326705 w 4398096"/>
              <a:gd name="connsiteY0" fmla="*/ 4643961 h 6897753"/>
              <a:gd name="connsiteX1" fmla="*/ 939344 w 4398096"/>
              <a:gd name="connsiteY1" fmla="*/ 2722533 h 6897753"/>
              <a:gd name="connsiteX2" fmla="*/ 899586 w 4398096"/>
              <a:gd name="connsiteY2" fmla="*/ 1794882 h 6897753"/>
              <a:gd name="connsiteX3" fmla="*/ 1744550 w 4398096"/>
              <a:gd name="connsiteY3" fmla="*/ 5838 h 6897753"/>
              <a:gd name="connsiteX4" fmla="*/ 3437378 w 4398096"/>
              <a:gd name="connsiteY4" fmla="*/ 2291838 h 6897753"/>
              <a:gd name="connsiteX5" fmla="*/ 4249074 w 4398096"/>
              <a:gd name="connsiteY5" fmla="*/ 4054239 h 6897753"/>
              <a:gd name="connsiteX6" fmla="*/ 1744550 w 4398096"/>
              <a:gd name="connsiteY6" fmla="*/ 6870188 h 6897753"/>
              <a:gd name="connsiteX7" fmla="*/ 502021 w 4398096"/>
              <a:gd name="connsiteY7" fmla="*/ 6837334 h 6897753"/>
              <a:gd name="connsiteX8" fmla="*/ 326705 w 4398096"/>
              <a:gd name="connsiteY8" fmla="*/ 4643961 h 6897753"/>
              <a:gd name="connsiteX0" fmla="*/ 326705 w 4398096"/>
              <a:gd name="connsiteY0" fmla="*/ 4643961 h 6914224"/>
              <a:gd name="connsiteX1" fmla="*/ 939344 w 4398096"/>
              <a:gd name="connsiteY1" fmla="*/ 2722533 h 6914224"/>
              <a:gd name="connsiteX2" fmla="*/ 899586 w 4398096"/>
              <a:gd name="connsiteY2" fmla="*/ 1794882 h 6914224"/>
              <a:gd name="connsiteX3" fmla="*/ 1744550 w 4398096"/>
              <a:gd name="connsiteY3" fmla="*/ 5838 h 6914224"/>
              <a:gd name="connsiteX4" fmla="*/ 3437378 w 4398096"/>
              <a:gd name="connsiteY4" fmla="*/ 2291838 h 6914224"/>
              <a:gd name="connsiteX5" fmla="*/ 4249074 w 4398096"/>
              <a:gd name="connsiteY5" fmla="*/ 4054239 h 6914224"/>
              <a:gd name="connsiteX6" fmla="*/ 1744550 w 4398096"/>
              <a:gd name="connsiteY6" fmla="*/ 6870188 h 6914224"/>
              <a:gd name="connsiteX7" fmla="*/ 502021 w 4398096"/>
              <a:gd name="connsiteY7" fmla="*/ 6837334 h 6914224"/>
              <a:gd name="connsiteX8" fmla="*/ 326705 w 4398096"/>
              <a:gd name="connsiteY8" fmla="*/ 4643961 h 6914224"/>
              <a:gd name="connsiteX0" fmla="*/ 326705 w 4398096"/>
              <a:gd name="connsiteY0" fmla="*/ 4658865 h 6929128"/>
              <a:gd name="connsiteX1" fmla="*/ 939344 w 4398096"/>
              <a:gd name="connsiteY1" fmla="*/ 2737437 h 6929128"/>
              <a:gd name="connsiteX2" fmla="*/ 899586 w 4398096"/>
              <a:gd name="connsiteY2" fmla="*/ 1809786 h 6929128"/>
              <a:gd name="connsiteX3" fmla="*/ 1744550 w 4398096"/>
              <a:gd name="connsiteY3" fmla="*/ 20742 h 6929128"/>
              <a:gd name="connsiteX4" fmla="*/ 3437378 w 4398096"/>
              <a:gd name="connsiteY4" fmla="*/ 2306742 h 6929128"/>
              <a:gd name="connsiteX5" fmla="*/ 4249074 w 4398096"/>
              <a:gd name="connsiteY5" fmla="*/ 4069143 h 6929128"/>
              <a:gd name="connsiteX6" fmla="*/ 1744550 w 4398096"/>
              <a:gd name="connsiteY6" fmla="*/ 6885092 h 6929128"/>
              <a:gd name="connsiteX7" fmla="*/ 502021 w 4398096"/>
              <a:gd name="connsiteY7" fmla="*/ 6852238 h 6929128"/>
              <a:gd name="connsiteX8" fmla="*/ 326705 w 4398096"/>
              <a:gd name="connsiteY8" fmla="*/ 4658865 h 6929128"/>
              <a:gd name="connsiteX0" fmla="*/ 326705 w 4483428"/>
              <a:gd name="connsiteY0" fmla="*/ 4658865 h 6929128"/>
              <a:gd name="connsiteX1" fmla="*/ 939344 w 4483428"/>
              <a:gd name="connsiteY1" fmla="*/ 2737437 h 6929128"/>
              <a:gd name="connsiteX2" fmla="*/ 899586 w 4483428"/>
              <a:gd name="connsiteY2" fmla="*/ 1809786 h 6929128"/>
              <a:gd name="connsiteX3" fmla="*/ 1744550 w 4483428"/>
              <a:gd name="connsiteY3" fmla="*/ 20742 h 6929128"/>
              <a:gd name="connsiteX4" fmla="*/ 3437378 w 4483428"/>
              <a:gd name="connsiteY4" fmla="*/ 2306742 h 6929128"/>
              <a:gd name="connsiteX5" fmla="*/ 4343657 w 4483428"/>
              <a:gd name="connsiteY5" fmla="*/ 4069143 h 6929128"/>
              <a:gd name="connsiteX6" fmla="*/ 1744550 w 4483428"/>
              <a:gd name="connsiteY6" fmla="*/ 6885092 h 6929128"/>
              <a:gd name="connsiteX7" fmla="*/ 502021 w 4483428"/>
              <a:gd name="connsiteY7" fmla="*/ 6852238 h 6929128"/>
              <a:gd name="connsiteX8" fmla="*/ 326705 w 4483428"/>
              <a:gd name="connsiteY8" fmla="*/ 4658865 h 6929128"/>
              <a:gd name="connsiteX0" fmla="*/ 326705 w 4380151"/>
              <a:gd name="connsiteY0" fmla="*/ 4658865 h 6929128"/>
              <a:gd name="connsiteX1" fmla="*/ 939344 w 4380151"/>
              <a:gd name="connsiteY1" fmla="*/ 2737437 h 6929128"/>
              <a:gd name="connsiteX2" fmla="*/ 899586 w 4380151"/>
              <a:gd name="connsiteY2" fmla="*/ 1809786 h 6929128"/>
              <a:gd name="connsiteX3" fmla="*/ 1744550 w 4380151"/>
              <a:gd name="connsiteY3" fmla="*/ 20742 h 6929128"/>
              <a:gd name="connsiteX4" fmla="*/ 3437378 w 4380151"/>
              <a:gd name="connsiteY4" fmla="*/ 2306742 h 6929128"/>
              <a:gd name="connsiteX5" fmla="*/ 4343657 w 4380151"/>
              <a:gd name="connsiteY5" fmla="*/ 4069143 h 6929128"/>
              <a:gd name="connsiteX6" fmla="*/ 1744550 w 4380151"/>
              <a:gd name="connsiteY6" fmla="*/ 6885092 h 6929128"/>
              <a:gd name="connsiteX7" fmla="*/ 502021 w 4380151"/>
              <a:gd name="connsiteY7" fmla="*/ 6852238 h 6929128"/>
              <a:gd name="connsiteX8" fmla="*/ 326705 w 4380151"/>
              <a:gd name="connsiteY8" fmla="*/ 4658865 h 6929128"/>
              <a:gd name="connsiteX0" fmla="*/ 326705 w 4484583"/>
              <a:gd name="connsiteY0" fmla="*/ 4658865 h 6928136"/>
              <a:gd name="connsiteX1" fmla="*/ 939344 w 4484583"/>
              <a:gd name="connsiteY1" fmla="*/ 2737437 h 6928136"/>
              <a:gd name="connsiteX2" fmla="*/ 899586 w 4484583"/>
              <a:gd name="connsiteY2" fmla="*/ 1809786 h 6928136"/>
              <a:gd name="connsiteX3" fmla="*/ 1744550 w 4484583"/>
              <a:gd name="connsiteY3" fmla="*/ 20742 h 6928136"/>
              <a:gd name="connsiteX4" fmla="*/ 3437378 w 4484583"/>
              <a:gd name="connsiteY4" fmla="*/ 2306742 h 6928136"/>
              <a:gd name="connsiteX5" fmla="*/ 4451752 w 4484583"/>
              <a:gd name="connsiteY5" fmla="*/ 4062323 h 6928136"/>
              <a:gd name="connsiteX6" fmla="*/ 1744550 w 4484583"/>
              <a:gd name="connsiteY6" fmla="*/ 6885092 h 6928136"/>
              <a:gd name="connsiteX7" fmla="*/ 502021 w 4484583"/>
              <a:gd name="connsiteY7" fmla="*/ 6852238 h 6928136"/>
              <a:gd name="connsiteX8" fmla="*/ 326705 w 4484583"/>
              <a:gd name="connsiteY8" fmla="*/ 4658865 h 6928136"/>
              <a:gd name="connsiteX0" fmla="*/ 326705 w 4463958"/>
              <a:gd name="connsiteY0" fmla="*/ 4658865 h 6928136"/>
              <a:gd name="connsiteX1" fmla="*/ 939344 w 4463958"/>
              <a:gd name="connsiteY1" fmla="*/ 2737437 h 6928136"/>
              <a:gd name="connsiteX2" fmla="*/ 899586 w 4463958"/>
              <a:gd name="connsiteY2" fmla="*/ 1809786 h 6928136"/>
              <a:gd name="connsiteX3" fmla="*/ 1744550 w 4463958"/>
              <a:gd name="connsiteY3" fmla="*/ 20742 h 6928136"/>
              <a:gd name="connsiteX4" fmla="*/ 3437378 w 4463958"/>
              <a:gd name="connsiteY4" fmla="*/ 2306742 h 6928136"/>
              <a:gd name="connsiteX5" fmla="*/ 4451752 w 4463958"/>
              <a:gd name="connsiteY5" fmla="*/ 4062323 h 6928136"/>
              <a:gd name="connsiteX6" fmla="*/ 1744550 w 4463958"/>
              <a:gd name="connsiteY6" fmla="*/ 6885092 h 6928136"/>
              <a:gd name="connsiteX7" fmla="*/ 502021 w 4463958"/>
              <a:gd name="connsiteY7" fmla="*/ 6852238 h 6928136"/>
              <a:gd name="connsiteX8" fmla="*/ 326705 w 4463958"/>
              <a:gd name="connsiteY8" fmla="*/ 4658865 h 6928136"/>
              <a:gd name="connsiteX0" fmla="*/ 326705 w 4466093"/>
              <a:gd name="connsiteY0" fmla="*/ 4643389 h 6912660"/>
              <a:gd name="connsiteX1" fmla="*/ 939344 w 4466093"/>
              <a:gd name="connsiteY1" fmla="*/ 2721961 h 6912660"/>
              <a:gd name="connsiteX2" fmla="*/ 899586 w 4466093"/>
              <a:gd name="connsiteY2" fmla="*/ 1794310 h 6912660"/>
              <a:gd name="connsiteX3" fmla="*/ 1744550 w 4466093"/>
              <a:gd name="connsiteY3" fmla="*/ 5266 h 6912660"/>
              <a:gd name="connsiteX4" fmla="*/ 3572496 w 4466093"/>
              <a:gd name="connsiteY4" fmla="*/ 2263987 h 6912660"/>
              <a:gd name="connsiteX5" fmla="*/ 4451752 w 4466093"/>
              <a:gd name="connsiteY5" fmla="*/ 4046847 h 6912660"/>
              <a:gd name="connsiteX6" fmla="*/ 1744550 w 4466093"/>
              <a:gd name="connsiteY6" fmla="*/ 6869616 h 6912660"/>
              <a:gd name="connsiteX7" fmla="*/ 502021 w 4466093"/>
              <a:gd name="connsiteY7" fmla="*/ 6836762 h 6912660"/>
              <a:gd name="connsiteX8" fmla="*/ 326705 w 4466093"/>
              <a:gd name="connsiteY8" fmla="*/ 4643389 h 6912660"/>
              <a:gd name="connsiteX0" fmla="*/ 326705 w 4466093"/>
              <a:gd name="connsiteY0" fmla="*/ 4643389 h 6912660"/>
              <a:gd name="connsiteX1" fmla="*/ 939344 w 4466093"/>
              <a:gd name="connsiteY1" fmla="*/ 2721961 h 6912660"/>
              <a:gd name="connsiteX2" fmla="*/ 899586 w 4466093"/>
              <a:gd name="connsiteY2" fmla="*/ 1794310 h 6912660"/>
              <a:gd name="connsiteX3" fmla="*/ 1744550 w 4466093"/>
              <a:gd name="connsiteY3" fmla="*/ 5266 h 6912660"/>
              <a:gd name="connsiteX4" fmla="*/ 3572496 w 4466093"/>
              <a:gd name="connsiteY4" fmla="*/ 2263987 h 6912660"/>
              <a:gd name="connsiteX5" fmla="*/ 4451752 w 4466093"/>
              <a:gd name="connsiteY5" fmla="*/ 4046847 h 6912660"/>
              <a:gd name="connsiteX6" fmla="*/ 1744550 w 4466093"/>
              <a:gd name="connsiteY6" fmla="*/ 6869616 h 6912660"/>
              <a:gd name="connsiteX7" fmla="*/ 502021 w 4466093"/>
              <a:gd name="connsiteY7" fmla="*/ 6836762 h 6912660"/>
              <a:gd name="connsiteX8" fmla="*/ 326705 w 4466093"/>
              <a:gd name="connsiteY8" fmla="*/ 4643389 h 6912660"/>
              <a:gd name="connsiteX0" fmla="*/ 326705 w 4466093"/>
              <a:gd name="connsiteY0" fmla="*/ 4649712 h 6918983"/>
              <a:gd name="connsiteX1" fmla="*/ 939344 w 4466093"/>
              <a:gd name="connsiteY1" fmla="*/ 2728284 h 6918983"/>
              <a:gd name="connsiteX2" fmla="*/ 899586 w 4466093"/>
              <a:gd name="connsiteY2" fmla="*/ 1800633 h 6918983"/>
              <a:gd name="connsiteX3" fmla="*/ 1744550 w 4466093"/>
              <a:gd name="connsiteY3" fmla="*/ 11589 h 6918983"/>
              <a:gd name="connsiteX4" fmla="*/ 3572496 w 4466093"/>
              <a:gd name="connsiteY4" fmla="*/ 2270310 h 6918983"/>
              <a:gd name="connsiteX5" fmla="*/ 4451752 w 4466093"/>
              <a:gd name="connsiteY5" fmla="*/ 4053170 h 6918983"/>
              <a:gd name="connsiteX6" fmla="*/ 1744550 w 4466093"/>
              <a:gd name="connsiteY6" fmla="*/ 6875939 h 6918983"/>
              <a:gd name="connsiteX7" fmla="*/ 502021 w 4466093"/>
              <a:gd name="connsiteY7" fmla="*/ 6843085 h 6918983"/>
              <a:gd name="connsiteX8" fmla="*/ 326705 w 4466093"/>
              <a:gd name="connsiteY8" fmla="*/ 4649712 h 6918983"/>
              <a:gd name="connsiteX0" fmla="*/ 326705 w 4466093"/>
              <a:gd name="connsiteY0" fmla="*/ 4704425 h 6973696"/>
              <a:gd name="connsiteX1" fmla="*/ 939344 w 4466093"/>
              <a:gd name="connsiteY1" fmla="*/ 2782997 h 6973696"/>
              <a:gd name="connsiteX2" fmla="*/ 899586 w 4466093"/>
              <a:gd name="connsiteY2" fmla="*/ 1855346 h 6973696"/>
              <a:gd name="connsiteX3" fmla="*/ 1744550 w 4466093"/>
              <a:gd name="connsiteY3" fmla="*/ 4925 h 6973696"/>
              <a:gd name="connsiteX4" fmla="*/ 3572496 w 4466093"/>
              <a:gd name="connsiteY4" fmla="*/ 2325023 h 6973696"/>
              <a:gd name="connsiteX5" fmla="*/ 4451752 w 4466093"/>
              <a:gd name="connsiteY5" fmla="*/ 4107883 h 6973696"/>
              <a:gd name="connsiteX6" fmla="*/ 1744550 w 4466093"/>
              <a:gd name="connsiteY6" fmla="*/ 6930652 h 6973696"/>
              <a:gd name="connsiteX7" fmla="*/ 502021 w 4466093"/>
              <a:gd name="connsiteY7" fmla="*/ 6897798 h 6973696"/>
              <a:gd name="connsiteX8" fmla="*/ 326705 w 4466093"/>
              <a:gd name="connsiteY8" fmla="*/ 4704425 h 6973696"/>
              <a:gd name="connsiteX0" fmla="*/ 326705 w 4468010"/>
              <a:gd name="connsiteY0" fmla="*/ 4704425 h 6973696"/>
              <a:gd name="connsiteX1" fmla="*/ 939344 w 4468010"/>
              <a:gd name="connsiteY1" fmla="*/ 2782997 h 6973696"/>
              <a:gd name="connsiteX2" fmla="*/ 899586 w 4468010"/>
              <a:gd name="connsiteY2" fmla="*/ 1855346 h 6973696"/>
              <a:gd name="connsiteX3" fmla="*/ 1744550 w 4468010"/>
              <a:gd name="connsiteY3" fmla="*/ 4925 h 6973696"/>
              <a:gd name="connsiteX4" fmla="*/ 3572496 w 4468010"/>
              <a:gd name="connsiteY4" fmla="*/ 2325023 h 6973696"/>
              <a:gd name="connsiteX5" fmla="*/ 4451752 w 4468010"/>
              <a:gd name="connsiteY5" fmla="*/ 4107883 h 6973696"/>
              <a:gd name="connsiteX6" fmla="*/ 1744550 w 4468010"/>
              <a:gd name="connsiteY6" fmla="*/ 6930652 h 6973696"/>
              <a:gd name="connsiteX7" fmla="*/ 502021 w 4468010"/>
              <a:gd name="connsiteY7" fmla="*/ 6897798 h 6973696"/>
              <a:gd name="connsiteX8" fmla="*/ 326705 w 4468010"/>
              <a:gd name="connsiteY8" fmla="*/ 4704425 h 6973696"/>
              <a:gd name="connsiteX0" fmla="*/ 326705 w 4468010"/>
              <a:gd name="connsiteY0" fmla="*/ 4704425 h 7054694"/>
              <a:gd name="connsiteX1" fmla="*/ 939344 w 4468010"/>
              <a:gd name="connsiteY1" fmla="*/ 2782997 h 7054694"/>
              <a:gd name="connsiteX2" fmla="*/ 899586 w 4468010"/>
              <a:gd name="connsiteY2" fmla="*/ 1855346 h 7054694"/>
              <a:gd name="connsiteX3" fmla="*/ 1744550 w 4468010"/>
              <a:gd name="connsiteY3" fmla="*/ 4925 h 7054694"/>
              <a:gd name="connsiteX4" fmla="*/ 3572496 w 4468010"/>
              <a:gd name="connsiteY4" fmla="*/ 2325023 h 7054694"/>
              <a:gd name="connsiteX5" fmla="*/ 4451752 w 4468010"/>
              <a:gd name="connsiteY5" fmla="*/ 4107883 h 7054694"/>
              <a:gd name="connsiteX6" fmla="*/ 1744550 w 4468010"/>
              <a:gd name="connsiteY6" fmla="*/ 6930652 h 7054694"/>
              <a:gd name="connsiteX7" fmla="*/ 502021 w 4468010"/>
              <a:gd name="connsiteY7" fmla="*/ 6897798 h 7054694"/>
              <a:gd name="connsiteX8" fmla="*/ 326705 w 4468010"/>
              <a:gd name="connsiteY8" fmla="*/ 4704425 h 7054694"/>
              <a:gd name="connsiteX0" fmla="*/ 326705 w 4532916"/>
              <a:gd name="connsiteY0" fmla="*/ 4704425 h 7054694"/>
              <a:gd name="connsiteX1" fmla="*/ 939344 w 4532916"/>
              <a:gd name="connsiteY1" fmla="*/ 2782997 h 7054694"/>
              <a:gd name="connsiteX2" fmla="*/ 899586 w 4532916"/>
              <a:gd name="connsiteY2" fmla="*/ 1855346 h 7054694"/>
              <a:gd name="connsiteX3" fmla="*/ 1744550 w 4532916"/>
              <a:gd name="connsiteY3" fmla="*/ 4925 h 7054694"/>
              <a:gd name="connsiteX4" fmla="*/ 3572496 w 4532916"/>
              <a:gd name="connsiteY4" fmla="*/ 2325023 h 7054694"/>
              <a:gd name="connsiteX5" fmla="*/ 4451752 w 4532916"/>
              <a:gd name="connsiteY5" fmla="*/ 4107883 h 7054694"/>
              <a:gd name="connsiteX6" fmla="*/ 1744550 w 4532916"/>
              <a:gd name="connsiteY6" fmla="*/ 6930652 h 7054694"/>
              <a:gd name="connsiteX7" fmla="*/ 502021 w 4532916"/>
              <a:gd name="connsiteY7" fmla="*/ 6897798 h 7054694"/>
              <a:gd name="connsiteX8" fmla="*/ 326705 w 4532916"/>
              <a:gd name="connsiteY8" fmla="*/ 4704425 h 7054694"/>
              <a:gd name="connsiteX0" fmla="*/ 326705 w 4532916"/>
              <a:gd name="connsiteY0" fmla="*/ 4750315 h 7100584"/>
              <a:gd name="connsiteX1" fmla="*/ 939344 w 4532916"/>
              <a:gd name="connsiteY1" fmla="*/ 2828887 h 7100584"/>
              <a:gd name="connsiteX2" fmla="*/ 899586 w 4532916"/>
              <a:gd name="connsiteY2" fmla="*/ 1901236 h 7100584"/>
              <a:gd name="connsiteX3" fmla="*/ 1744550 w 4532916"/>
              <a:gd name="connsiteY3" fmla="*/ 50815 h 7100584"/>
              <a:gd name="connsiteX4" fmla="*/ 3572496 w 4532916"/>
              <a:gd name="connsiteY4" fmla="*/ 2370913 h 7100584"/>
              <a:gd name="connsiteX5" fmla="*/ 4451752 w 4532916"/>
              <a:gd name="connsiteY5" fmla="*/ 4153773 h 7100584"/>
              <a:gd name="connsiteX6" fmla="*/ 1744550 w 4532916"/>
              <a:gd name="connsiteY6" fmla="*/ 6976542 h 7100584"/>
              <a:gd name="connsiteX7" fmla="*/ 502021 w 4532916"/>
              <a:gd name="connsiteY7" fmla="*/ 6943688 h 7100584"/>
              <a:gd name="connsiteX8" fmla="*/ 326705 w 4532916"/>
              <a:gd name="connsiteY8" fmla="*/ 4750315 h 7100584"/>
              <a:gd name="connsiteX0" fmla="*/ 326705 w 4531781"/>
              <a:gd name="connsiteY0" fmla="*/ 4743983 h 7094252"/>
              <a:gd name="connsiteX1" fmla="*/ 939344 w 4531781"/>
              <a:gd name="connsiteY1" fmla="*/ 2822555 h 7094252"/>
              <a:gd name="connsiteX2" fmla="*/ 899586 w 4531781"/>
              <a:gd name="connsiteY2" fmla="*/ 1894904 h 7094252"/>
              <a:gd name="connsiteX3" fmla="*/ 1744550 w 4531781"/>
              <a:gd name="connsiteY3" fmla="*/ 44483 h 7094252"/>
              <a:gd name="connsiteX4" fmla="*/ 3557109 w 4531781"/>
              <a:gd name="connsiteY4" fmla="*/ 2204324 h 7094252"/>
              <a:gd name="connsiteX5" fmla="*/ 4451752 w 4531781"/>
              <a:gd name="connsiteY5" fmla="*/ 4147441 h 7094252"/>
              <a:gd name="connsiteX6" fmla="*/ 1744550 w 4531781"/>
              <a:gd name="connsiteY6" fmla="*/ 6970210 h 7094252"/>
              <a:gd name="connsiteX7" fmla="*/ 502021 w 4531781"/>
              <a:gd name="connsiteY7" fmla="*/ 6937356 h 7094252"/>
              <a:gd name="connsiteX8" fmla="*/ 326705 w 4531781"/>
              <a:gd name="connsiteY8" fmla="*/ 4743983 h 7094252"/>
              <a:gd name="connsiteX0" fmla="*/ 326705 w 4561945"/>
              <a:gd name="connsiteY0" fmla="*/ 4743983 h 7094252"/>
              <a:gd name="connsiteX1" fmla="*/ 939344 w 4561945"/>
              <a:gd name="connsiteY1" fmla="*/ 2822555 h 7094252"/>
              <a:gd name="connsiteX2" fmla="*/ 899586 w 4561945"/>
              <a:gd name="connsiteY2" fmla="*/ 1894904 h 7094252"/>
              <a:gd name="connsiteX3" fmla="*/ 1744550 w 4561945"/>
              <a:gd name="connsiteY3" fmla="*/ 44483 h 7094252"/>
              <a:gd name="connsiteX4" fmla="*/ 3557109 w 4561945"/>
              <a:gd name="connsiteY4" fmla="*/ 2204324 h 7094252"/>
              <a:gd name="connsiteX5" fmla="*/ 4451752 w 4561945"/>
              <a:gd name="connsiteY5" fmla="*/ 4147441 h 7094252"/>
              <a:gd name="connsiteX6" fmla="*/ 1744550 w 4561945"/>
              <a:gd name="connsiteY6" fmla="*/ 6970210 h 7094252"/>
              <a:gd name="connsiteX7" fmla="*/ 502021 w 4561945"/>
              <a:gd name="connsiteY7" fmla="*/ 6937356 h 7094252"/>
              <a:gd name="connsiteX8" fmla="*/ 326705 w 4561945"/>
              <a:gd name="connsiteY8" fmla="*/ 4743983 h 7094252"/>
              <a:gd name="connsiteX0" fmla="*/ 326705 w 4567636"/>
              <a:gd name="connsiteY0" fmla="*/ 4748813 h 7099082"/>
              <a:gd name="connsiteX1" fmla="*/ 939344 w 4567636"/>
              <a:gd name="connsiteY1" fmla="*/ 2827385 h 7099082"/>
              <a:gd name="connsiteX2" fmla="*/ 899586 w 4567636"/>
              <a:gd name="connsiteY2" fmla="*/ 1899734 h 7099082"/>
              <a:gd name="connsiteX3" fmla="*/ 1744550 w 4567636"/>
              <a:gd name="connsiteY3" fmla="*/ 49313 h 7099082"/>
              <a:gd name="connsiteX4" fmla="*/ 3618653 w 4567636"/>
              <a:gd name="connsiteY4" fmla="*/ 2193893 h 7099082"/>
              <a:gd name="connsiteX5" fmla="*/ 4451752 w 4567636"/>
              <a:gd name="connsiteY5" fmla="*/ 4152271 h 7099082"/>
              <a:gd name="connsiteX6" fmla="*/ 1744550 w 4567636"/>
              <a:gd name="connsiteY6" fmla="*/ 6975040 h 7099082"/>
              <a:gd name="connsiteX7" fmla="*/ 502021 w 4567636"/>
              <a:gd name="connsiteY7" fmla="*/ 6942186 h 7099082"/>
              <a:gd name="connsiteX8" fmla="*/ 326705 w 4567636"/>
              <a:gd name="connsiteY8" fmla="*/ 4748813 h 7099082"/>
              <a:gd name="connsiteX0" fmla="*/ 326705 w 4559827"/>
              <a:gd name="connsiteY0" fmla="*/ 4748813 h 7099082"/>
              <a:gd name="connsiteX1" fmla="*/ 939344 w 4559827"/>
              <a:gd name="connsiteY1" fmla="*/ 2827385 h 7099082"/>
              <a:gd name="connsiteX2" fmla="*/ 899586 w 4559827"/>
              <a:gd name="connsiteY2" fmla="*/ 1899734 h 7099082"/>
              <a:gd name="connsiteX3" fmla="*/ 1744550 w 4559827"/>
              <a:gd name="connsiteY3" fmla="*/ 49313 h 7099082"/>
              <a:gd name="connsiteX4" fmla="*/ 3618653 w 4559827"/>
              <a:gd name="connsiteY4" fmla="*/ 2193893 h 7099082"/>
              <a:gd name="connsiteX5" fmla="*/ 4451752 w 4559827"/>
              <a:gd name="connsiteY5" fmla="*/ 4152271 h 7099082"/>
              <a:gd name="connsiteX6" fmla="*/ 1744550 w 4559827"/>
              <a:gd name="connsiteY6" fmla="*/ 6975040 h 7099082"/>
              <a:gd name="connsiteX7" fmla="*/ 502021 w 4559827"/>
              <a:gd name="connsiteY7" fmla="*/ 6942186 h 7099082"/>
              <a:gd name="connsiteX8" fmla="*/ 326705 w 4559827"/>
              <a:gd name="connsiteY8" fmla="*/ 4748813 h 7099082"/>
              <a:gd name="connsiteX0" fmla="*/ 326705 w 4562325"/>
              <a:gd name="connsiteY0" fmla="*/ 4748813 h 7099082"/>
              <a:gd name="connsiteX1" fmla="*/ 939344 w 4562325"/>
              <a:gd name="connsiteY1" fmla="*/ 2827385 h 7099082"/>
              <a:gd name="connsiteX2" fmla="*/ 899586 w 4562325"/>
              <a:gd name="connsiteY2" fmla="*/ 1899734 h 7099082"/>
              <a:gd name="connsiteX3" fmla="*/ 1744550 w 4562325"/>
              <a:gd name="connsiteY3" fmla="*/ 49313 h 7099082"/>
              <a:gd name="connsiteX4" fmla="*/ 3618653 w 4562325"/>
              <a:gd name="connsiteY4" fmla="*/ 2193893 h 7099082"/>
              <a:gd name="connsiteX5" fmla="*/ 4451752 w 4562325"/>
              <a:gd name="connsiteY5" fmla="*/ 4152271 h 7099082"/>
              <a:gd name="connsiteX6" fmla="*/ 1744550 w 4562325"/>
              <a:gd name="connsiteY6" fmla="*/ 6975040 h 7099082"/>
              <a:gd name="connsiteX7" fmla="*/ 502021 w 4562325"/>
              <a:gd name="connsiteY7" fmla="*/ 6942186 h 7099082"/>
              <a:gd name="connsiteX8" fmla="*/ 326705 w 4562325"/>
              <a:gd name="connsiteY8" fmla="*/ 4748813 h 7099082"/>
              <a:gd name="connsiteX0" fmla="*/ 326705 w 4632793"/>
              <a:gd name="connsiteY0" fmla="*/ 4748813 h 7115582"/>
              <a:gd name="connsiteX1" fmla="*/ 939344 w 4632793"/>
              <a:gd name="connsiteY1" fmla="*/ 2827385 h 7115582"/>
              <a:gd name="connsiteX2" fmla="*/ 899586 w 4632793"/>
              <a:gd name="connsiteY2" fmla="*/ 1899734 h 7115582"/>
              <a:gd name="connsiteX3" fmla="*/ 1744550 w 4632793"/>
              <a:gd name="connsiteY3" fmla="*/ 49313 h 7115582"/>
              <a:gd name="connsiteX4" fmla="*/ 3618653 w 4632793"/>
              <a:gd name="connsiteY4" fmla="*/ 2193893 h 7115582"/>
              <a:gd name="connsiteX5" fmla="*/ 4528683 w 4632793"/>
              <a:gd name="connsiteY5" fmla="*/ 4213322 h 7115582"/>
              <a:gd name="connsiteX6" fmla="*/ 1744550 w 4632793"/>
              <a:gd name="connsiteY6" fmla="*/ 6975040 h 7115582"/>
              <a:gd name="connsiteX7" fmla="*/ 502021 w 4632793"/>
              <a:gd name="connsiteY7" fmla="*/ 6942186 h 7115582"/>
              <a:gd name="connsiteX8" fmla="*/ 326705 w 4632793"/>
              <a:gd name="connsiteY8" fmla="*/ 4748813 h 7115582"/>
              <a:gd name="connsiteX0" fmla="*/ 326705 w 4660693"/>
              <a:gd name="connsiteY0" fmla="*/ 4748813 h 7115582"/>
              <a:gd name="connsiteX1" fmla="*/ 939344 w 4660693"/>
              <a:gd name="connsiteY1" fmla="*/ 2827385 h 7115582"/>
              <a:gd name="connsiteX2" fmla="*/ 899586 w 4660693"/>
              <a:gd name="connsiteY2" fmla="*/ 1899734 h 7115582"/>
              <a:gd name="connsiteX3" fmla="*/ 1744550 w 4660693"/>
              <a:gd name="connsiteY3" fmla="*/ 49313 h 7115582"/>
              <a:gd name="connsiteX4" fmla="*/ 3618653 w 4660693"/>
              <a:gd name="connsiteY4" fmla="*/ 2193893 h 7115582"/>
              <a:gd name="connsiteX5" fmla="*/ 4528683 w 4660693"/>
              <a:gd name="connsiteY5" fmla="*/ 4213322 h 7115582"/>
              <a:gd name="connsiteX6" fmla="*/ 1744550 w 4660693"/>
              <a:gd name="connsiteY6" fmla="*/ 6975040 h 7115582"/>
              <a:gd name="connsiteX7" fmla="*/ 502021 w 4660693"/>
              <a:gd name="connsiteY7" fmla="*/ 6942186 h 7115582"/>
              <a:gd name="connsiteX8" fmla="*/ 326705 w 4660693"/>
              <a:gd name="connsiteY8" fmla="*/ 4748813 h 71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0693" h="7115582">
                <a:moveTo>
                  <a:pt x="326705" y="4748813"/>
                </a:moveTo>
                <a:cubicBezTo>
                  <a:pt x="399592" y="4063013"/>
                  <a:pt x="-778424" y="2545753"/>
                  <a:pt x="939344" y="2827385"/>
                </a:cubicBezTo>
                <a:cubicBezTo>
                  <a:pt x="775303" y="2426530"/>
                  <a:pt x="1315350" y="2645169"/>
                  <a:pt x="899586" y="1899734"/>
                </a:cubicBezTo>
                <a:cubicBezTo>
                  <a:pt x="410936" y="836248"/>
                  <a:pt x="1291372" y="286"/>
                  <a:pt x="1744550" y="49313"/>
                </a:cubicBezTo>
                <a:cubicBezTo>
                  <a:pt x="2197728" y="98340"/>
                  <a:pt x="3063397" y="-627239"/>
                  <a:pt x="3618653" y="2193893"/>
                </a:cubicBezTo>
                <a:cubicBezTo>
                  <a:pt x="3978555" y="3547949"/>
                  <a:pt x="5027272" y="2707210"/>
                  <a:pt x="4528683" y="4213322"/>
                </a:cubicBezTo>
                <a:cubicBezTo>
                  <a:pt x="3594794" y="7985251"/>
                  <a:pt x="3117807" y="7014774"/>
                  <a:pt x="1744550" y="6975040"/>
                </a:cubicBezTo>
                <a:cubicBezTo>
                  <a:pt x="371293" y="6935306"/>
                  <a:pt x="1241910" y="6955416"/>
                  <a:pt x="502021" y="6942186"/>
                </a:cubicBezTo>
                <a:cubicBezTo>
                  <a:pt x="1193366" y="5477843"/>
                  <a:pt x="253818" y="5434613"/>
                  <a:pt x="326705" y="4748813"/>
                </a:cubicBezTo>
                <a:close/>
              </a:path>
            </a:pathLst>
          </a:custGeom>
          <a:blipFill>
            <a:blip r:embed="rId4"/>
            <a:stretch>
              <a:fillRect l="-39574" t="1588" r="-18788" b="158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67975B0-8C00-B9F9-3915-081622F07DA9}"/>
              </a:ext>
            </a:extLst>
          </p:cNvPr>
          <p:cNvSpPr txBox="1"/>
          <p:nvPr/>
        </p:nvSpPr>
        <p:spPr>
          <a:xfrm>
            <a:off x="4929809" y="2647115"/>
            <a:ext cx="6301408" cy="1015663"/>
          </a:xfrm>
          <a:prstGeom prst="rect">
            <a:avLst/>
          </a:prstGeom>
          <a:noFill/>
          <a:effectLst/>
        </p:spPr>
        <p:txBody>
          <a:bodyPr wrap="square" lIns="91440" tIns="45720" rIns="91440" bIns="45720" rtlCol="0" anchor="t">
            <a:spAutoFit/>
          </a:bodyPr>
          <a:lstStyle/>
          <a:p>
            <a:pPr algn="ctr"/>
            <a:r>
              <a:rPr lang="en-US" sz="6000" b="1" dirty="0" err="1">
                <a:ln w="34925">
                  <a:solidFill>
                    <a:schemeClr val="tx1"/>
                  </a:solidFill>
                </a:ln>
                <a:solidFill>
                  <a:schemeClr val="bg1"/>
                </a:solidFill>
                <a:effectLst>
                  <a:glow rad="114300">
                    <a:schemeClr val="tx1">
                      <a:alpha val="55000"/>
                    </a:schemeClr>
                  </a:glow>
                </a:effectLst>
                <a:ea typeface="+mn-lt"/>
                <a:cs typeface="+mn-lt"/>
              </a:rPr>
              <a:t>InheritedWidget</a:t>
            </a:r>
            <a:endParaRPr lang="en-US" dirty="0" err="1"/>
          </a:p>
        </p:txBody>
      </p:sp>
      <p:sp>
        <p:nvSpPr>
          <p:cNvPr id="3" name="TextBox 2">
            <a:extLst>
              <a:ext uri="{FF2B5EF4-FFF2-40B4-BE49-F238E27FC236}">
                <a16:creationId xmlns:a16="http://schemas.microsoft.com/office/drawing/2014/main" id="{B72F6951-A5A9-9450-DB81-DB5730E2084B}"/>
              </a:ext>
            </a:extLst>
          </p:cNvPr>
          <p:cNvSpPr txBox="1"/>
          <p:nvPr/>
        </p:nvSpPr>
        <p:spPr>
          <a:xfrm>
            <a:off x="4916556" y="3601851"/>
            <a:ext cx="6301409" cy="784830"/>
          </a:xfrm>
          <a:prstGeom prst="rect">
            <a:avLst/>
          </a:prstGeom>
          <a:noFill/>
        </p:spPr>
        <p:txBody>
          <a:bodyPr wrap="square" lIns="91440" tIns="45720" rIns="91440" bIns="45720" rtlCol="0" anchor="t">
            <a:spAutoFit/>
          </a:bodyPr>
          <a:lstStyle/>
          <a:p>
            <a:pPr algn="ctr"/>
            <a:r>
              <a:rPr lang="en-US" sz="4500" b="1" err="1">
                <a:ln w="31750">
                  <a:solidFill>
                    <a:schemeClr val="tx1"/>
                  </a:solidFill>
                </a:ln>
                <a:solidFill>
                  <a:schemeClr val="bg1"/>
                </a:solidFill>
                <a:effectLst>
                  <a:glow rad="88900">
                    <a:schemeClr val="tx1">
                      <a:alpha val="50000"/>
                    </a:schemeClr>
                  </a:glow>
                </a:effectLst>
                <a:ea typeface="+mn-lt"/>
                <a:cs typeface="+mn-lt"/>
              </a:rPr>
              <a:t>Cơ</a:t>
            </a:r>
            <a:r>
              <a:rPr lang="en-US" sz="4500" b="1">
                <a:ln w="31750">
                  <a:solidFill>
                    <a:schemeClr val="tx1"/>
                  </a:solidFill>
                </a:ln>
                <a:solidFill>
                  <a:schemeClr val="bg1"/>
                </a:solidFill>
                <a:effectLst>
                  <a:glow rad="88900">
                    <a:schemeClr val="tx1">
                      <a:alpha val="50000"/>
                    </a:schemeClr>
                  </a:glow>
                </a:effectLst>
                <a:ea typeface="+mn-lt"/>
                <a:cs typeface="+mn-lt"/>
              </a:rPr>
              <a:t> </a:t>
            </a:r>
            <a:r>
              <a:rPr lang="en-US" sz="4500" b="1" err="1">
                <a:ln w="31750">
                  <a:solidFill>
                    <a:schemeClr val="tx1"/>
                  </a:solidFill>
                </a:ln>
                <a:solidFill>
                  <a:schemeClr val="bg1"/>
                </a:solidFill>
                <a:effectLst>
                  <a:glow rad="88900">
                    <a:schemeClr val="tx1">
                      <a:alpha val="50000"/>
                    </a:schemeClr>
                  </a:glow>
                </a:effectLst>
                <a:ea typeface="+mn-lt"/>
                <a:cs typeface="+mn-lt"/>
              </a:rPr>
              <a:t>sở</a:t>
            </a:r>
            <a:r>
              <a:rPr lang="en-US" sz="4500" b="1">
                <a:ln w="31750">
                  <a:solidFill>
                    <a:schemeClr val="tx1"/>
                  </a:solidFill>
                </a:ln>
                <a:solidFill>
                  <a:schemeClr val="bg1"/>
                </a:solidFill>
                <a:effectLst>
                  <a:glow rad="88900">
                    <a:schemeClr val="tx1">
                      <a:alpha val="50000"/>
                    </a:schemeClr>
                  </a:glow>
                </a:effectLst>
                <a:ea typeface="+mn-lt"/>
                <a:cs typeface="+mn-lt"/>
              </a:rPr>
              <a:t> </a:t>
            </a:r>
            <a:r>
              <a:rPr lang="en-US" sz="4500" b="1" err="1">
                <a:ln w="31750">
                  <a:solidFill>
                    <a:schemeClr val="tx1"/>
                  </a:solidFill>
                </a:ln>
                <a:solidFill>
                  <a:schemeClr val="bg1"/>
                </a:solidFill>
                <a:effectLst>
                  <a:glow rad="88900">
                    <a:schemeClr val="tx1">
                      <a:alpha val="50000"/>
                    </a:schemeClr>
                  </a:glow>
                </a:effectLst>
                <a:ea typeface="+mn-lt"/>
                <a:cs typeface="+mn-lt"/>
              </a:rPr>
              <a:t>của</a:t>
            </a:r>
            <a:r>
              <a:rPr lang="en-US" sz="4500" b="1">
                <a:ln w="31750">
                  <a:solidFill>
                    <a:schemeClr val="tx1"/>
                  </a:solidFill>
                </a:ln>
                <a:solidFill>
                  <a:schemeClr val="bg1"/>
                </a:solidFill>
                <a:effectLst>
                  <a:glow rad="88900">
                    <a:schemeClr val="tx1">
                      <a:alpha val="50000"/>
                    </a:schemeClr>
                  </a:glow>
                </a:effectLst>
                <a:ea typeface="+mn-lt"/>
                <a:cs typeface="+mn-lt"/>
              </a:rPr>
              <a:t> Provider</a:t>
            </a:r>
            <a:endParaRPr lang="en-US">
              <a:solidFill>
                <a:schemeClr val="bg1"/>
              </a:solidFill>
              <a:ea typeface="+mn-lt"/>
              <a:cs typeface="+mn-lt"/>
            </a:endParaRPr>
          </a:p>
        </p:txBody>
      </p:sp>
      <p:cxnSp>
        <p:nvCxnSpPr>
          <p:cNvPr id="5" name="Straight Connector 4">
            <a:extLst>
              <a:ext uri="{FF2B5EF4-FFF2-40B4-BE49-F238E27FC236}">
                <a16:creationId xmlns:a16="http://schemas.microsoft.com/office/drawing/2014/main" id="{93934836-7245-CEFE-8FE5-ECE8F31CD35B}"/>
              </a:ext>
            </a:extLst>
          </p:cNvPr>
          <p:cNvCxnSpPr>
            <a:cxnSpLocks/>
          </p:cNvCxnSpPr>
          <p:nvPr/>
        </p:nvCxnSpPr>
        <p:spPr>
          <a:xfrm>
            <a:off x="5247861" y="2425143"/>
            <a:ext cx="5638800" cy="0"/>
          </a:xfrm>
          <a:prstGeom prst="line">
            <a:avLst/>
          </a:prstGeom>
          <a:ln w="571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68C4D8C-7501-1A6D-44E2-E5AAC54FA887}"/>
              </a:ext>
            </a:extLst>
          </p:cNvPr>
          <p:cNvCxnSpPr>
            <a:cxnSpLocks/>
          </p:cNvCxnSpPr>
          <p:nvPr/>
        </p:nvCxnSpPr>
        <p:spPr>
          <a:xfrm>
            <a:off x="5247861" y="4432848"/>
            <a:ext cx="5638800" cy="0"/>
          </a:xfrm>
          <a:prstGeom prst="line">
            <a:avLst/>
          </a:prstGeom>
          <a:ln w="57150">
            <a:solidFill>
              <a:schemeClr val="bg1"/>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AD1ECF4-5148-9892-B0BA-2AF7B476D63C}"/>
              </a:ext>
            </a:extLst>
          </p:cNvPr>
          <p:cNvSpPr txBox="1"/>
          <p:nvPr/>
        </p:nvSpPr>
        <p:spPr>
          <a:xfrm>
            <a:off x="4490621" y="178738"/>
            <a:ext cx="7367926" cy="707886"/>
          </a:xfrm>
          <a:prstGeom prst="rect">
            <a:avLst/>
          </a:prstGeom>
          <a:noFill/>
          <a:ln>
            <a:noFill/>
          </a:ln>
        </p:spPr>
        <p:txBody>
          <a:bodyPr wrap="square" rtlCol="0">
            <a:spAutoFit/>
          </a:bodyPr>
          <a:lstStyle/>
          <a:p>
            <a:pPr algn="ctr"/>
            <a:r>
              <a:rPr lang="en-US" sz="2000" b="1">
                <a:ln w="9525">
                  <a:solidFill>
                    <a:schemeClr val="tx1"/>
                  </a:solidFill>
                </a:ln>
                <a:solidFill>
                  <a:schemeClr val="bg1"/>
                </a:solidFill>
                <a:effectLst>
                  <a:glow rad="76200">
                    <a:schemeClr val="tx1">
                      <a:alpha val="39000"/>
                    </a:schemeClr>
                  </a:glow>
                </a:effectLst>
                <a:latin typeface="Tahoma" panose="020B0604030504040204" pitchFamily="34" charset="0"/>
                <a:ea typeface="Tahoma" panose="020B0604030504040204" pitchFamily="34" charset="0"/>
                <a:cs typeface="Tahoma" panose="020B0604030504040204" pitchFamily="34" charset="0"/>
              </a:rPr>
              <a:t>TRƯỜNG ĐẠI HỌC BÁCH KHOA</a:t>
            </a:r>
          </a:p>
          <a:p>
            <a:pPr algn="ctr"/>
            <a:r>
              <a:rPr lang="en-US" sz="2000" b="1">
                <a:ln w="9525">
                  <a:solidFill>
                    <a:schemeClr val="tx1"/>
                  </a:solidFill>
                </a:ln>
                <a:solidFill>
                  <a:schemeClr val="bg1"/>
                </a:solidFill>
                <a:effectLst>
                  <a:glow rad="76200">
                    <a:schemeClr val="tx1">
                      <a:alpha val="39000"/>
                    </a:schemeClr>
                  </a:glow>
                </a:effectLst>
                <a:latin typeface="Tahoma" panose="020B0604030504040204" pitchFamily="34" charset="0"/>
                <a:ea typeface="Tahoma" panose="020B0604030504040204" pitchFamily="34" charset="0"/>
                <a:cs typeface="Tahoma" panose="020B0604030504040204" pitchFamily="34" charset="0"/>
              </a:rPr>
              <a:t>KHOA ĐIỆN TỬ - VIỄN THÔNG</a:t>
            </a:r>
          </a:p>
        </p:txBody>
      </p:sp>
      <p:sp>
        <p:nvSpPr>
          <p:cNvPr id="8" name="TextBox 7">
            <a:extLst>
              <a:ext uri="{FF2B5EF4-FFF2-40B4-BE49-F238E27FC236}">
                <a16:creationId xmlns:a16="http://schemas.microsoft.com/office/drawing/2014/main" id="{EEB56028-71DF-0914-BE91-015976516F16}"/>
              </a:ext>
            </a:extLst>
          </p:cNvPr>
          <p:cNvSpPr txBox="1"/>
          <p:nvPr/>
        </p:nvSpPr>
        <p:spPr>
          <a:xfrm>
            <a:off x="5312559" y="1201732"/>
            <a:ext cx="5509402" cy="830997"/>
          </a:xfrm>
          <a:prstGeom prst="rect">
            <a:avLst/>
          </a:prstGeom>
          <a:noFill/>
        </p:spPr>
        <p:txBody>
          <a:bodyPr wrap="square" rtlCol="0">
            <a:spAutoFit/>
          </a:bodyPr>
          <a:lstStyle/>
          <a:p>
            <a:pPr algn="ctr"/>
            <a:r>
              <a:rPr lang="en-US" sz="2400" b="1">
                <a:ln w="12700">
                  <a:solidFill>
                    <a:schemeClr val="tx1"/>
                  </a:solidFill>
                </a:ln>
                <a:solidFill>
                  <a:schemeClr val="bg1"/>
                </a:solidFill>
                <a:effectLst>
                  <a:glow rad="88900">
                    <a:schemeClr val="tx1">
                      <a:alpha val="45000"/>
                    </a:schemeClr>
                  </a:glow>
                </a:effectLst>
                <a:latin typeface="Tahoma" panose="020B0604030504040204" pitchFamily="34" charset="0"/>
                <a:ea typeface="Tahoma" panose="020B0604030504040204" pitchFamily="34" charset="0"/>
                <a:cs typeface="Tahoma" panose="020B0604030504040204" pitchFamily="34" charset="0"/>
              </a:rPr>
              <a:t>BÁO CÁO TUẦN</a:t>
            </a:r>
          </a:p>
          <a:p>
            <a:pPr algn="ctr"/>
            <a:r>
              <a:rPr lang="en-US" sz="2400" b="1">
                <a:ln w="12700">
                  <a:solidFill>
                    <a:schemeClr val="tx1"/>
                  </a:solidFill>
                </a:ln>
                <a:solidFill>
                  <a:schemeClr val="bg1"/>
                </a:solidFill>
                <a:effectLst>
                  <a:glow rad="88900">
                    <a:schemeClr val="tx1">
                      <a:alpha val="45000"/>
                    </a:schemeClr>
                  </a:glow>
                </a:effectLst>
                <a:latin typeface="Tahoma" panose="020B0604030504040204" pitchFamily="34" charset="0"/>
                <a:ea typeface="Tahoma" panose="020B0604030504040204" pitchFamily="34" charset="0"/>
                <a:cs typeface="Tahoma" panose="020B0604030504040204" pitchFamily="34" charset="0"/>
              </a:rPr>
              <a:t>MÔN: LẬP TRÌNH ĐA NỀN TẢNG</a:t>
            </a:r>
          </a:p>
        </p:txBody>
      </p:sp>
      <p:sp>
        <p:nvSpPr>
          <p:cNvPr id="9" name="TextBox 8">
            <a:extLst>
              <a:ext uri="{FF2B5EF4-FFF2-40B4-BE49-F238E27FC236}">
                <a16:creationId xmlns:a16="http://schemas.microsoft.com/office/drawing/2014/main" id="{6DD3ABED-1B8F-9F77-BB85-704D59836AAF}"/>
              </a:ext>
            </a:extLst>
          </p:cNvPr>
          <p:cNvSpPr txBox="1"/>
          <p:nvPr/>
        </p:nvSpPr>
        <p:spPr>
          <a:xfrm>
            <a:off x="5247861" y="4606675"/>
            <a:ext cx="5638800" cy="1015663"/>
          </a:xfrm>
          <a:prstGeom prst="rect">
            <a:avLst/>
          </a:prstGeom>
          <a:gradFill flip="none" rotWithShape="1">
            <a:gsLst>
              <a:gs pos="74000">
                <a:schemeClr val="bg1">
                  <a:alpha val="86000"/>
                </a:schemeClr>
              </a:gs>
              <a:gs pos="98000">
                <a:schemeClr val="bg1">
                  <a:alpha val="52000"/>
                </a:schemeClr>
              </a:gs>
              <a:gs pos="91000">
                <a:schemeClr val="tx1">
                  <a:lumMod val="50000"/>
                  <a:lumOff val="50000"/>
                  <a:alpha val="0"/>
                </a:schemeClr>
              </a:gs>
            </a:gsLst>
            <a:lin ang="16200000" scaled="1"/>
            <a:tileRect/>
          </a:gradFill>
        </p:spPr>
        <p:txBody>
          <a:bodyPr wrap="square" rtlCol="0">
            <a:spAutoFit/>
          </a:bodyPr>
          <a:lstStyle/>
          <a:p>
            <a:r>
              <a:rPr lang="en-US" sz="2000" b="1">
                <a:latin typeface="Tahoma" panose="020B0604030504040204" pitchFamily="34" charset="0"/>
                <a:ea typeface="Tahoma" panose="020B0604030504040204" pitchFamily="34" charset="0"/>
                <a:cs typeface="Tahoma" panose="020B0604030504040204" pitchFamily="34" charset="0"/>
              </a:rPr>
              <a:t>SVTH:</a:t>
            </a:r>
          </a:p>
          <a:p>
            <a:pPr marL="342900" indent="-342900">
              <a:buAutoNum type="arabicPeriod"/>
            </a:pPr>
            <a:r>
              <a:rPr lang="en-US" sz="2000" b="1">
                <a:latin typeface="Tahoma" panose="020B0604030504040204" pitchFamily="34" charset="0"/>
                <a:ea typeface="Tahoma" panose="020B0604030504040204" pitchFamily="34" charset="0"/>
                <a:cs typeface="Tahoma" panose="020B0604030504040204" pitchFamily="34" charset="0"/>
              </a:rPr>
              <a:t>Nguyễn Tấn Minh</a:t>
            </a:r>
          </a:p>
          <a:p>
            <a:pPr marL="342900" indent="-342900">
              <a:buAutoNum type="arabicPeriod"/>
            </a:pPr>
            <a:r>
              <a:rPr lang="en-US" sz="2000" b="1">
                <a:latin typeface="Tahoma" panose="020B0604030504040204" pitchFamily="34" charset="0"/>
                <a:ea typeface="Tahoma" panose="020B0604030504040204" pitchFamily="34" charset="0"/>
                <a:cs typeface="Tahoma" panose="020B0604030504040204" pitchFamily="34" charset="0"/>
              </a:rPr>
              <a:t>Phạm </a:t>
            </a:r>
            <a:r>
              <a:rPr lang="en-US" sz="2000" b="1" err="1">
                <a:latin typeface="Tahoma" panose="020B0604030504040204" pitchFamily="34" charset="0"/>
                <a:ea typeface="Tahoma" panose="020B0604030504040204" pitchFamily="34" charset="0"/>
                <a:cs typeface="Tahoma" panose="020B0604030504040204" pitchFamily="34" charset="0"/>
              </a:rPr>
              <a:t>Đình</a:t>
            </a:r>
            <a:r>
              <a:rPr lang="en-US" sz="2000" b="1">
                <a:latin typeface="Tahoma" panose="020B0604030504040204" pitchFamily="34" charset="0"/>
                <a:ea typeface="Tahoma" panose="020B0604030504040204" pitchFamily="34" charset="0"/>
                <a:cs typeface="Tahoma" panose="020B0604030504040204" pitchFamily="34" charset="0"/>
              </a:rPr>
              <a:t> </a:t>
            </a:r>
            <a:r>
              <a:rPr lang="en-US" sz="2000" b="1" err="1">
                <a:latin typeface="Tahoma" panose="020B0604030504040204" pitchFamily="34" charset="0"/>
                <a:ea typeface="Tahoma" panose="020B0604030504040204" pitchFamily="34" charset="0"/>
                <a:cs typeface="Tahoma" panose="020B0604030504040204" pitchFamily="34" charset="0"/>
              </a:rPr>
              <a:t>Chiến</a:t>
            </a:r>
            <a:endParaRPr lang="en-US" sz="2000" b="1">
              <a:latin typeface="Tahoma" panose="020B0604030504040204" pitchFamily="34" charset="0"/>
              <a:ea typeface="Tahoma" panose="020B0604030504040204" pitchFamily="34" charset="0"/>
              <a:cs typeface="Tahoma" panose="020B0604030504040204" pitchFamily="34" charset="0"/>
            </a:endParaRPr>
          </a:p>
        </p:txBody>
      </p:sp>
      <p:sp>
        <p:nvSpPr>
          <p:cNvPr id="10" name="TextBox 9">
            <a:extLst>
              <a:ext uri="{FF2B5EF4-FFF2-40B4-BE49-F238E27FC236}">
                <a16:creationId xmlns:a16="http://schemas.microsoft.com/office/drawing/2014/main" id="{F767DD8B-DC21-6F9D-9118-6107674AFCC8}"/>
              </a:ext>
            </a:extLst>
          </p:cNvPr>
          <p:cNvSpPr txBox="1"/>
          <p:nvPr/>
        </p:nvSpPr>
        <p:spPr>
          <a:xfrm>
            <a:off x="6839541" y="6500206"/>
            <a:ext cx="2481943" cy="369332"/>
          </a:xfrm>
          <a:prstGeom prst="rect">
            <a:avLst/>
          </a:prstGeom>
          <a:noFill/>
        </p:spPr>
        <p:txBody>
          <a:bodyPr wrap="square" rtlCol="0">
            <a:spAutoFit/>
          </a:bodyPr>
          <a:lstStyle/>
          <a:p>
            <a:pPr algn="ctr"/>
            <a:r>
              <a:rPr lang="en-US" b="1" err="1">
                <a:solidFill>
                  <a:schemeClr val="bg1"/>
                </a:solidFill>
                <a:latin typeface="Tahoma" panose="020B0604030504040204" pitchFamily="34" charset="0"/>
                <a:ea typeface="Tahoma" panose="020B0604030504040204" pitchFamily="34" charset="0"/>
                <a:cs typeface="Tahoma" panose="020B0604030504040204" pitchFamily="34" charset="0"/>
              </a:rPr>
              <a:t>Đà</a:t>
            </a:r>
            <a:r>
              <a:rPr lang="en-US" b="1">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b="1" err="1">
                <a:solidFill>
                  <a:schemeClr val="bg1"/>
                </a:solidFill>
                <a:latin typeface="Tahoma" panose="020B0604030504040204" pitchFamily="34" charset="0"/>
                <a:ea typeface="Tahoma" panose="020B0604030504040204" pitchFamily="34" charset="0"/>
                <a:cs typeface="Tahoma" panose="020B0604030504040204" pitchFamily="34" charset="0"/>
              </a:rPr>
              <a:t>Nẵng</a:t>
            </a:r>
            <a:r>
              <a:rPr lang="en-US" b="1">
                <a:solidFill>
                  <a:schemeClr val="bg1"/>
                </a:solidFill>
                <a:latin typeface="Tahoma" panose="020B0604030504040204" pitchFamily="34" charset="0"/>
                <a:ea typeface="Tahoma" panose="020B0604030504040204" pitchFamily="34" charset="0"/>
                <a:cs typeface="Tahoma" panose="020B0604030504040204" pitchFamily="34" charset="0"/>
              </a:rPr>
              <a:t>, 2025</a:t>
            </a:r>
          </a:p>
        </p:txBody>
      </p:sp>
    </p:spTree>
    <p:extLst>
      <p:ext uri="{BB962C8B-B14F-4D97-AF65-F5344CB8AC3E}">
        <p14:creationId xmlns:p14="http://schemas.microsoft.com/office/powerpoint/2010/main" val="3716579942"/>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6000">
              <a:schemeClr val="tx1"/>
            </a:gs>
            <a:gs pos="2000">
              <a:schemeClr val="bg1"/>
            </a:gs>
            <a:gs pos="11000">
              <a:schemeClr val="bg1"/>
            </a:gs>
          </a:gsLst>
          <a:lin ang="2400000" scaled="0"/>
          <a:tileRect/>
        </a:gradFill>
        <a:effectLst/>
      </p:bgPr>
    </p:bg>
    <p:spTree>
      <p:nvGrpSpPr>
        <p:cNvPr id="1" name="">
          <a:extLst>
            <a:ext uri="{FF2B5EF4-FFF2-40B4-BE49-F238E27FC236}">
              <a16:creationId xmlns:a16="http://schemas.microsoft.com/office/drawing/2014/main" id="{A4F0DFFF-1E6C-175E-B215-14BFB010DB3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BCDDF49-C001-E0E7-D10E-1A30EF44787A}"/>
              </a:ext>
            </a:extLst>
          </p:cNvPr>
          <p:cNvSpPr txBox="1"/>
          <p:nvPr/>
        </p:nvSpPr>
        <p:spPr>
          <a:xfrm>
            <a:off x="711200" y="544343"/>
            <a:ext cx="8987692" cy="584775"/>
          </a:xfrm>
          <a:prstGeom prst="rect">
            <a:avLst/>
          </a:prstGeom>
          <a:noFill/>
          <a:ln>
            <a:noFill/>
          </a:ln>
        </p:spPr>
        <p:txBody>
          <a:bodyPr wrap="square">
            <a:spAutoFit/>
          </a:bodyPr>
          <a:lstStyle/>
          <a:p>
            <a:r>
              <a:rPr lang="en-US" sz="3200" b="1">
                <a:ln w="25400" cap="sq">
                  <a:noFill/>
                  <a:miter lim="800000"/>
                </a:ln>
                <a:effectLst>
                  <a:glow rad="177800">
                    <a:schemeClr val="bg1">
                      <a:alpha val="86000"/>
                    </a:schemeClr>
                  </a:glow>
                </a:effectLst>
                <a:latin typeface="Tahoma" panose="020B0604030504040204" pitchFamily="34" charset="0"/>
                <a:ea typeface="Tahoma" panose="020B0604030504040204" pitchFamily="34" charset="0"/>
                <a:cs typeface="Tahoma" panose="020B0604030504040204" pitchFamily="34" charset="0"/>
              </a:rPr>
              <a:t>CÁC NỘI DUNG CHÍNH</a:t>
            </a:r>
            <a:endParaRPr lang="en-US" sz="3200">
              <a:ln w="25400" cap="sq">
                <a:noFill/>
                <a:miter lim="800000"/>
              </a:ln>
              <a:effectLst>
                <a:glow rad="177800">
                  <a:schemeClr val="bg1">
                    <a:alpha val="86000"/>
                  </a:schemeClr>
                </a:glow>
              </a:effectLst>
              <a:latin typeface="Tahoma" panose="020B0604030504040204" pitchFamily="34" charset="0"/>
              <a:ea typeface="Tahoma" panose="020B0604030504040204" pitchFamily="34" charset="0"/>
              <a:cs typeface="Tahoma" panose="020B0604030504040204" pitchFamily="34" charset="0"/>
            </a:endParaRPr>
          </a:p>
        </p:txBody>
      </p:sp>
      <p:cxnSp>
        <p:nvCxnSpPr>
          <p:cNvPr id="8" name="Straight Connector 7">
            <a:extLst>
              <a:ext uri="{FF2B5EF4-FFF2-40B4-BE49-F238E27FC236}">
                <a16:creationId xmlns:a16="http://schemas.microsoft.com/office/drawing/2014/main" id="{F70BFC6B-FD33-B5BB-795F-206F70071ACC}"/>
              </a:ext>
            </a:extLst>
          </p:cNvPr>
          <p:cNvCxnSpPr>
            <a:cxnSpLocks/>
          </p:cNvCxnSpPr>
          <p:nvPr/>
        </p:nvCxnSpPr>
        <p:spPr>
          <a:xfrm>
            <a:off x="140677" y="1125413"/>
            <a:ext cx="5325845" cy="0"/>
          </a:xfrm>
          <a:prstGeom prst="line">
            <a:avLst/>
          </a:prstGeom>
          <a:ln w="635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E618B721-BE94-3CD3-D466-86FC29CD7FDD}"/>
              </a:ext>
            </a:extLst>
          </p:cNvPr>
          <p:cNvSpPr/>
          <p:nvPr/>
        </p:nvSpPr>
        <p:spPr>
          <a:xfrm>
            <a:off x="1408683" y="2183002"/>
            <a:ext cx="8290209" cy="455811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8D1D174-1E63-933C-E149-99A0A52DF9B1}"/>
              </a:ext>
            </a:extLst>
          </p:cNvPr>
          <p:cNvSpPr txBox="1"/>
          <p:nvPr/>
        </p:nvSpPr>
        <p:spPr>
          <a:xfrm>
            <a:off x="1412018" y="2270828"/>
            <a:ext cx="8680427" cy="3882473"/>
          </a:xfrm>
          <a:prstGeom prst="rect">
            <a:avLst/>
          </a:prstGeom>
          <a:noFill/>
        </p:spPr>
        <p:txBody>
          <a:bodyPr wrap="square" lIns="91440" tIns="45720" rIns="91440" bIns="45720" rtlCol="0" anchor="t">
            <a:spAutoFit/>
          </a:bodyPr>
          <a:lstStyle/>
          <a:p>
            <a:pPr marL="514350" indent="-514350">
              <a:lnSpc>
                <a:spcPct val="150000"/>
              </a:lnSpc>
              <a:buAutoNum type="arabicPeriod"/>
            </a:pPr>
            <a:r>
              <a:rPr lang="en-US" sz="2800" dirty="0" err="1">
                <a:latin typeface="Tahoma"/>
                <a:ea typeface="+mn-lt"/>
                <a:cs typeface="+mn-lt"/>
              </a:rPr>
              <a:t>InheritedWidget</a:t>
            </a:r>
            <a:r>
              <a:rPr lang="en-US" sz="2800" dirty="0">
                <a:latin typeface="Tahoma"/>
                <a:ea typeface="Tahoma"/>
                <a:cs typeface="Tahoma"/>
              </a:rPr>
              <a:t> </a:t>
            </a:r>
            <a:r>
              <a:rPr lang="en-US" sz="2800" dirty="0" err="1">
                <a:latin typeface="Tahoma"/>
                <a:ea typeface="Tahoma"/>
                <a:cs typeface="Tahoma"/>
              </a:rPr>
              <a:t>là</a:t>
            </a:r>
            <a:r>
              <a:rPr lang="en-US" sz="2800" dirty="0">
                <a:latin typeface="Tahoma"/>
                <a:ea typeface="Tahoma"/>
                <a:cs typeface="Tahoma"/>
              </a:rPr>
              <a:t> </a:t>
            </a:r>
            <a:r>
              <a:rPr lang="en-US" sz="2800" dirty="0" err="1">
                <a:latin typeface="Tahoma"/>
                <a:ea typeface="Tahoma"/>
                <a:cs typeface="Tahoma"/>
              </a:rPr>
              <a:t>gì</a:t>
            </a:r>
            <a:r>
              <a:rPr lang="en-US" sz="2800" dirty="0">
                <a:latin typeface="Tahoma"/>
                <a:ea typeface="Tahoma"/>
                <a:cs typeface="Tahoma"/>
              </a:rPr>
              <a:t> ?</a:t>
            </a:r>
            <a:endParaRPr lang="en-US" sz="2800" dirty="0">
              <a:latin typeface="Tahoma" panose="020B0604030504040204" pitchFamily="34" charset="0"/>
              <a:ea typeface="Tahoma" panose="020B0604030504040204" pitchFamily="34" charset="0"/>
              <a:cs typeface="Tahoma" panose="020B0604030504040204" pitchFamily="34" charset="0"/>
            </a:endParaRPr>
          </a:p>
          <a:p>
            <a:pPr marL="514350" indent="-514350">
              <a:lnSpc>
                <a:spcPct val="150000"/>
              </a:lnSpc>
              <a:buAutoNum type="arabicPeriod"/>
            </a:pPr>
            <a:r>
              <a:rPr lang="en-US" sz="2800" err="1">
                <a:latin typeface="Tahoma"/>
                <a:ea typeface="+mn-lt"/>
                <a:cs typeface="+mn-lt"/>
              </a:rPr>
              <a:t>Tạo</a:t>
            </a:r>
            <a:r>
              <a:rPr lang="en-US" sz="2800" dirty="0">
                <a:latin typeface="Tahoma"/>
                <a:ea typeface="+mn-lt"/>
                <a:cs typeface="+mn-lt"/>
              </a:rPr>
              <a:t> custom </a:t>
            </a:r>
            <a:r>
              <a:rPr lang="en-US" sz="2800" err="1">
                <a:latin typeface="Tahoma"/>
                <a:ea typeface="+mn-lt"/>
                <a:cs typeface="+mn-lt"/>
              </a:rPr>
              <a:t>InheritedWidget</a:t>
            </a:r>
            <a:r>
              <a:rPr lang="en-US" sz="2800" dirty="0">
                <a:latin typeface="Tahoma"/>
                <a:ea typeface="Tahoma"/>
                <a:cs typeface="Tahoma"/>
              </a:rPr>
              <a:t>.</a:t>
            </a:r>
          </a:p>
          <a:p>
            <a:pPr marL="514350" indent="-514350">
              <a:lnSpc>
                <a:spcPct val="150000"/>
              </a:lnSpc>
              <a:buAutoNum type="arabicPeriod"/>
            </a:pPr>
            <a:r>
              <a:rPr lang="en-US" sz="2800" err="1">
                <a:latin typeface="Tahoma"/>
                <a:ea typeface="+mn-lt"/>
                <a:cs typeface="+mn-lt"/>
              </a:rPr>
              <a:t>Context.dependOnInheritedWidgetOfExactType</a:t>
            </a:r>
            <a:r>
              <a:rPr lang="en-US" sz="2800" dirty="0">
                <a:latin typeface="Tahoma"/>
                <a:ea typeface="+mn-lt"/>
                <a:cs typeface="+mn-lt"/>
              </a:rPr>
              <a:t>()</a:t>
            </a:r>
          </a:p>
          <a:p>
            <a:pPr marL="514350" indent="-514350">
              <a:lnSpc>
                <a:spcPct val="150000"/>
              </a:lnSpc>
              <a:buAutoNum type="arabicPeriod"/>
            </a:pPr>
            <a:r>
              <a:rPr lang="en-US" sz="2800" dirty="0">
                <a:latin typeface="Tahoma"/>
                <a:ea typeface="+mn-lt"/>
                <a:cs typeface="+mn-lt"/>
              </a:rPr>
              <a:t>Performance considerations</a:t>
            </a:r>
          </a:p>
          <a:p>
            <a:pPr marL="514350" indent="-514350">
              <a:lnSpc>
                <a:spcPct val="150000"/>
              </a:lnSpc>
              <a:buAutoNum type="arabicPeriod"/>
            </a:pPr>
            <a:r>
              <a:rPr lang="en-US" sz="2800" dirty="0">
                <a:latin typeface="Tahoma"/>
                <a:ea typeface="+mn-lt"/>
                <a:cs typeface="+mn-lt"/>
              </a:rPr>
              <a:t>Khi </a:t>
            </a:r>
            <a:r>
              <a:rPr lang="en-US" sz="2800" err="1">
                <a:latin typeface="Tahoma"/>
                <a:ea typeface="+mn-lt"/>
                <a:cs typeface="+mn-lt"/>
              </a:rPr>
              <a:t>nào</a:t>
            </a:r>
            <a:r>
              <a:rPr lang="en-US" sz="2800" dirty="0">
                <a:latin typeface="Tahoma"/>
                <a:ea typeface="+mn-lt"/>
                <a:cs typeface="+mn-lt"/>
              </a:rPr>
              <a:t> </a:t>
            </a:r>
            <a:r>
              <a:rPr lang="en-US" sz="2800" err="1">
                <a:latin typeface="Tahoma"/>
                <a:ea typeface="+mn-lt"/>
                <a:cs typeface="+mn-lt"/>
              </a:rPr>
              <a:t>nên</a:t>
            </a:r>
            <a:r>
              <a:rPr lang="en-US" sz="2800" dirty="0">
                <a:latin typeface="Tahoma"/>
                <a:ea typeface="+mn-lt"/>
                <a:cs typeface="+mn-lt"/>
              </a:rPr>
              <a:t> </a:t>
            </a:r>
            <a:r>
              <a:rPr lang="en-US" sz="2800" err="1">
                <a:latin typeface="Tahoma"/>
                <a:ea typeface="+mn-lt"/>
                <a:cs typeface="+mn-lt"/>
              </a:rPr>
              <a:t>sử</a:t>
            </a:r>
            <a:r>
              <a:rPr lang="en-US" sz="2800" dirty="0">
                <a:latin typeface="Tahoma"/>
                <a:ea typeface="+mn-lt"/>
                <a:cs typeface="+mn-lt"/>
              </a:rPr>
              <a:t> </a:t>
            </a:r>
            <a:r>
              <a:rPr lang="en-US" sz="2800" err="1">
                <a:latin typeface="Tahoma"/>
                <a:ea typeface="+mn-lt"/>
                <a:cs typeface="+mn-lt"/>
              </a:rPr>
              <a:t>dụng</a:t>
            </a:r>
            <a:r>
              <a:rPr lang="en-US" sz="2800" dirty="0">
                <a:latin typeface="Tahoma"/>
                <a:ea typeface="+mn-lt"/>
                <a:cs typeface="+mn-lt"/>
              </a:rPr>
              <a:t> </a:t>
            </a:r>
            <a:r>
              <a:rPr lang="en-US" sz="2800" err="1">
                <a:latin typeface="Tahoma"/>
                <a:ea typeface="+mn-lt"/>
                <a:cs typeface="+mn-lt"/>
              </a:rPr>
              <a:t>InheritedWidget</a:t>
            </a:r>
            <a:r>
              <a:rPr lang="en-US" sz="2800" dirty="0">
                <a:latin typeface="Tahoma"/>
                <a:ea typeface="Tahoma"/>
                <a:cs typeface="Tahoma"/>
              </a:rPr>
              <a:t>.</a:t>
            </a:r>
          </a:p>
          <a:p>
            <a:pPr marL="514350" indent="-514350">
              <a:lnSpc>
                <a:spcPct val="150000"/>
              </a:lnSpc>
              <a:buAutoNum type="arabicPeriod"/>
            </a:pPr>
            <a:r>
              <a:rPr lang="en-US" sz="2800" dirty="0">
                <a:latin typeface="Tahoma"/>
                <a:ea typeface="Tahoma"/>
                <a:cs typeface="Tahoma"/>
              </a:rPr>
              <a:t>Demo Code.</a:t>
            </a:r>
            <a:endParaRPr lang="en-US" sz="2500">
              <a:latin typeface="Tahoma"/>
              <a:ea typeface="Tahoma"/>
              <a:cs typeface="Tahoma"/>
            </a:endParaRPr>
          </a:p>
        </p:txBody>
      </p:sp>
      <p:sp>
        <p:nvSpPr>
          <p:cNvPr id="11" name="Rectangle: Rounded Corners 10">
            <a:extLst>
              <a:ext uri="{FF2B5EF4-FFF2-40B4-BE49-F238E27FC236}">
                <a16:creationId xmlns:a16="http://schemas.microsoft.com/office/drawing/2014/main" id="{FC907C2F-9D89-B061-044D-A53037BDC717}"/>
              </a:ext>
            </a:extLst>
          </p:cNvPr>
          <p:cNvSpPr/>
          <p:nvPr/>
        </p:nvSpPr>
        <p:spPr>
          <a:xfrm>
            <a:off x="2803766" y="1714795"/>
            <a:ext cx="6487294" cy="462640"/>
          </a:xfrm>
          <a:prstGeom prst="round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r"/>
            <a:r>
              <a:rPr lang="en-US" sz="2100" err="1">
                <a:latin typeface="Tahoma"/>
                <a:ea typeface="+mn-lt"/>
                <a:cs typeface="+mn-lt"/>
              </a:rPr>
              <a:t>Tìm</a:t>
            </a:r>
            <a:r>
              <a:rPr lang="en-US" sz="2100" dirty="0">
                <a:latin typeface="Tahoma"/>
                <a:ea typeface="+mn-lt"/>
                <a:cs typeface="+mn-lt"/>
              </a:rPr>
              <a:t> </a:t>
            </a:r>
            <a:r>
              <a:rPr lang="en-US" sz="2100" err="1">
                <a:latin typeface="Tahoma"/>
                <a:ea typeface="+mn-lt"/>
                <a:cs typeface="+mn-lt"/>
              </a:rPr>
              <a:t>hiểu</a:t>
            </a:r>
            <a:r>
              <a:rPr lang="en-US" sz="2100" dirty="0">
                <a:latin typeface="Tahoma"/>
                <a:ea typeface="+mn-lt"/>
                <a:cs typeface="+mn-lt"/>
              </a:rPr>
              <a:t> </a:t>
            </a:r>
            <a:r>
              <a:rPr lang="en-US" sz="2100" err="1">
                <a:latin typeface="Tahoma"/>
                <a:ea typeface="+mn-lt"/>
                <a:cs typeface="+mn-lt"/>
              </a:rPr>
              <a:t>InheritedWidget</a:t>
            </a:r>
            <a:r>
              <a:rPr lang="en-US" sz="2100" dirty="0">
                <a:latin typeface="Tahoma"/>
                <a:ea typeface="+mn-lt"/>
                <a:cs typeface="+mn-lt"/>
              </a:rPr>
              <a:t> - </a:t>
            </a:r>
            <a:r>
              <a:rPr lang="en-US" sz="2100" err="1">
                <a:latin typeface="Tahoma"/>
                <a:ea typeface="+mn-lt"/>
                <a:cs typeface="+mn-lt"/>
              </a:rPr>
              <a:t>nền</a:t>
            </a:r>
            <a:r>
              <a:rPr lang="en-US" sz="2100" dirty="0">
                <a:latin typeface="Tahoma"/>
                <a:ea typeface="+mn-lt"/>
                <a:cs typeface="+mn-lt"/>
              </a:rPr>
              <a:t> </a:t>
            </a:r>
            <a:r>
              <a:rPr lang="en-US" sz="2100" err="1">
                <a:latin typeface="Tahoma"/>
                <a:ea typeface="+mn-lt"/>
                <a:cs typeface="+mn-lt"/>
              </a:rPr>
              <a:t>tảng</a:t>
            </a:r>
            <a:r>
              <a:rPr lang="en-US" sz="2100" dirty="0">
                <a:latin typeface="Tahoma"/>
                <a:ea typeface="+mn-lt"/>
                <a:cs typeface="+mn-lt"/>
              </a:rPr>
              <a:t> </a:t>
            </a:r>
            <a:r>
              <a:rPr lang="en-US" sz="2100" err="1">
                <a:latin typeface="Tahoma"/>
                <a:ea typeface="+mn-lt"/>
                <a:cs typeface="+mn-lt"/>
              </a:rPr>
              <a:t>của</a:t>
            </a:r>
            <a:r>
              <a:rPr lang="en-US" sz="2100" dirty="0">
                <a:latin typeface="Tahoma"/>
                <a:ea typeface="+mn-lt"/>
                <a:cs typeface="+mn-lt"/>
              </a:rPr>
              <a:t> Provider</a:t>
            </a:r>
          </a:p>
        </p:txBody>
      </p:sp>
      <p:sp>
        <p:nvSpPr>
          <p:cNvPr id="5" name="Rectangle: Rounded Corners 4">
            <a:extLst>
              <a:ext uri="{FF2B5EF4-FFF2-40B4-BE49-F238E27FC236}">
                <a16:creationId xmlns:a16="http://schemas.microsoft.com/office/drawing/2014/main" id="{72B4FFBB-754B-EB40-1AC3-73FA5614B795}"/>
              </a:ext>
            </a:extLst>
          </p:cNvPr>
          <p:cNvSpPr/>
          <p:nvPr/>
        </p:nvSpPr>
        <p:spPr>
          <a:xfrm>
            <a:off x="910915" y="1444671"/>
            <a:ext cx="2350051" cy="828077"/>
          </a:xfrm>
          <a:prstGeom prst="roundRect">
            <a:avLst>
              <a:gd name="adj" fmla="val 50000"/>
            </a:avLst>
          </a:prstGeom>
          <a:solidFill>
            <a:schemeClr val="tx1">
              <a:lumMod val="75000"/>
              <a:lumOff val="25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latin typeface="Tahoma" panose="020B0604030504040204" pitchFamily="34" charset="0"/>
                <a:ea typeface="Tahoma" panose="020B0604030504040204" pitchFamily="34" charset="0"/>
                <a:cs typeface="Tahoma" panose="020B0604030504040204" pitchFamily="34" charset="0"/>
              </a:rPr>
              <a:t>OUTLINE</a:t>
            </a:r>
            <a:endParaRPr lang="en-US" sz="3600" b="1">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85448150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DDC71F-43E1-CDA5-8812-6B697A0736DB}"/>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888003B5-BAD0-C808-E25A-9FED24FC59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2670361" y="-2652913"/>
            <a:ext cx="6868733" cy="1217455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A6FB8B1-D913-33EB-93A8-616FFB591732}"/>
              </a:ext>
            </a:extLst>
          </p:cNvPr>
          <p:cNvSpPr txBox="1"/>
          <p:nvPr/>
        </p:nvSpPr>
        <p:spPr>
          <a:xfrm>
            <a:off x="486598" y="543565"/>
            <a:ext cx="8748394" cy="1015663"/>
          </a:xfrm>
          <a:prstGeom prst="rect">
            <a:avLst/>
          </a:prstGeom>
          <a:noFill/>
        </p:spPr>
        <p:txBody>
          <a:bodyPr wrap="square" lIns="91440" tIns="45720" rIns="91440" bIns="45720" rtlCol="0" anchor="t">
            <a:spAutoFit/>
          </a:bodyPr>
          <a:lstStyle/>
          <a:p>
            <a:pPr algn="ctr"/>
            <a:r>
              <a:rPr lang="en-US" sz="6000" b="1" err="1">
                <a:ln w="34925">
                  <a:solidFill>
                    <a:prstClr val="black"/>
                  </a:solidFill>
                </a:ln>
                <a:solidFill>
                  <a:schemeClr val="bg1"/>
                </a:solidFill>
                <a:latin typeface="Tahoma"/>
                <a:ea typeface="Tahoma"/>
                <a:cs typeface="Tahoma"/>
              </a:rPr>
              <a:t>Phân</a:t>
            </a:r>
            <a:r>
              <a:rPr lang="en-US" sz="6000" b="1">
                <a:ln w="34925">
                  <a:solidFill>
                    <a:prstClr val="black"/>
                  </a:solidFill>
                </a:ln>
                <a:solidFill>
                  <a:schemeClr val="bg1"/>
                </a:solidFill>
                <a:latin typeface="Tahoma"/>
                <a:ea typeface="Tahoma"/>
                <a:cs typeface="Tahoma"/>
              </a:rPr>
              <a:t> </a:t>
            </a:r>
            <a:r>
              <a:rPr lang="en-US" sz="6000" b="1" err="1">
                <a:ln w="34925">
                  <a:solidFill>
                    <a:prstClr val="black"/>
                  </a:solidFill>
                </a:ln>
                <a:solidFill>
                  <a:schemeClr val="bg1"/>
                </a:solidFill>
                <a:latin typeface="Tahoma"/>
                <a:ea typeface="Tahoma"/>
                <a:cs typeface="Tahoma"/>
              </a:rPr>
              <a:t>công</a:t>
            </a:r>
            <a:r>
              <a:rPr lang="en-US" sz="6000" b="1">
                <a:ln w="34925">
                  <a:solidFill>
                    <a:prstClr val="black"/>
                  </a:solidFill>
                </a:ln>
                <a:solidFill>
                  <a:schemeClr val="bg1"/>
                </a:solidFill>
                <a:latin typeface="Tahoma"/>
                <a:ea typeface="Tahoma"/>
                <a:cs typeface="Tahoma"/>
              </a:rPr>
              <a:t> </a:t>
            </a:r>
            <a:r>
              <a:rPr lang="en-US" sz="6000" b="1" err="1">
                <a:ln w="34925">
                  <a:solidFill>
                    <a:prstClr val="black"/>
                  </a:solidFill>
                </a:ln>
                <a:solidFill>
                  <a:schemeClr val="bg1"/>
                </a:solidFill>
                <a:latin typeface="Tahoma"/>
                <a:ea typeface="Tahoma"/>
                <a:cs typeface="Tahoma"/>
              </a:rPr>
              <a:t>công</a:t>
            </a:r>
            <a:r>
              <a:rPr lang="en-US" sz="6000" b="1">
                <a:ln w="34925">
                  <a:solidFill>
                    <a:prstClr val="black"/>
                  </a:solidFill>
                </a:ln>
                <a:solidFill>
                  <a:schemeClr val="bg1"/>
                </a:solidFill>
                <a:latin typeface="Tahoma"/>
                <a:ea typeface="Tahoma"/>
                <a:cs typeface="Tahoma"/>
              </a:rPr>
              <a:t> </a:t>
            </a:r>
            <a:r>
              <a:rPr lang="en-US" sz="6000" b="1" err="1">
                <a:ln w="34925">
                  <a:solidFill>
                    <a:prstClr val="black"/>
                  </a:solidFill>
                </a:ln>
                <a:solidFill>
                  <a:schemeClr val="bg1"/>
                </a:solidFill>
                <a:latin typeface="Tahoma"/>
                <a:ea typeface="Tahoma"/>
                <a:cs typeface="Tahoma"/>
              </a:rPr>
              <a:t>việc</a:t>
            </a:r>
            <a:endParaRPr lang="en-US" sz="6000" b="1" err="1">
              <a:ln w="34925">
                <a:solidFill>
                  <a:prstClr val="black"/>
                </a:solidFill>
              </a:ln>
              <a:solidFill>
                <a:schemeClr val="bg1"/>
              </a:solidFill>
              <a:latin typeface="Tahoma" panose="020B0604030504040204" pitchFamily="34" charset="0"/>
              <a:ea typeface="Tahoma" panose="020B0604030504040204" pitchFamily="34" charset="0"/>
              <a:cs typeface="Tahoma" panose="020B0604030504040204" pitchFamily="34" charset="0"/>
            </a:endParaRPr>
          </a:p>
        </p:txBody>
      </p:sp>
      <p:cxnSp>
        <p:nvCxnSpPr>
          <p:cNvPr id="5" name="Straight Connector 4">
            <a:extLst>
              <a:ext uri="{FF2B5EF4-FFF2-40B4-BE49-F238E27FC236}">
                <a16:creationId xmlns:a16="http://schemas.microsoft.com/office/drawing/2014/main" id="{CE9D0CF4-A3BE-3FDC-1ACE-5E313F2CC468}"/>
              </a:ext>
            </a:extLst>
          </p:cNvPr>
          <p:cNvCxnSpPr>
            <a:cxnSpLocks/>
          </p:cNvCxnSpPr>
          <p:nvPr/>
        </p:nvCxnSpPr>
        <p:spPr>
          <a:xfrm>
            <a:off x="987101" y="1523623"/>
            <a:ext cx="7753081" cy="64393"/>
          </a:xfrm>
          <a:prstGeom prst="line">
            <a:avLst/>
          </a:prstGeom>
          <a:ln w="5715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CE70EBAC-00D3-B630-4E83-A420B6696E40}"/>
              </a:ext>
            </a:extLst>
          </p:cNvPr>
          <p:cNvSpPr/>
          <p:nvPr/>
        </p:nvSpPr>
        <p:spPr>
          <a:xfrm>
            <a:off x="1000852" y="1839567"/>
            <a:ext cx="10490349" cy="46332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DE3FFFAF-1953-7E6B-7F36-920915DE4422}"/>
              </a:ext>
            </a:extLst>
          </p:cNvPr>
          <p:cNvGraphicFramePr>
            <a:graphicFrameLocks noGrp="1"/>
          </p:cNvGraphicFramePr>
          <p:nvPr>
            <p:extLst>
              <p:ext uri="{D42A27DB-BD31-4B8C-83A1-F6EECF244321}">
                <p14:modId xmlns:p14="http://schemas.microsoft.com/office/powerpoint/2010/main" val="534462643"/>
              </p:ext>
            </p:extLst>
          </p:nvPr>
        </p:nvGraphicFramePr>
        <p:xfrm>
          <a:off x="1107164" y="2029252"/>
          <a:ext cx="10277723" cy="4253868"/>
        </p:xfrm>
        <a:graphic>
          <a:graphicData uri="http://schemas.openxmlformats.org/drawingml/2006/table">
            <a:tbl>
              <a:tblPr firstRow="1" firstCol="1" bandRow="1">
                <a:tableStyleId>{5C22544A-7EE6-4342-B048-85BDC9FD1C3A}</a:tableStyleId>
              </a:tblPr>
              <a:tblGrid>
                <a:gridCol w="805727">
                  <a:extLst>
                    <a:ext uri="{9D8B030D-6E8A-4147-A177-3AD203B41FA5}">
                      <a16:colId xmlns:a16="http://schemas.microsoft.com/office/drawing/2014/main" val="3529990668"/>
                    </a:ext>
                  </a:extLst>
                </a:gridCol>
                <a:gridCol w="2280633">
                  <a:extLst>
                    <a:ext uri="{9D8B030D-6E8A-4147-A177-3AD203B41FA5}">
                      <a16:colId xmlns:a16="http://schemas.microsoft.com/office/drawing/2014/main" val="1473147636"/>
                    </a:ext>
                  </a:extLst>
                </a:gridCol>
                <a:gridCol w="5809401">
                  <a:extLst>
                    <a:ext uri="{9D8B030D-6E8A-4147-A177-3AD203B41FA5}">
                      <a16:colId xmlns:a16="http://schemas.microsoft.com/office/drawing/2014/main" val="3350587143"/>
                    </a:ext>
                  </a:extLst>
                </a:gridCol>
                <a:gridCol w="1381962">
                  <a:extLst>
                    <a:ext uri="{9D8B030D-6E8A-4147-A177-3AD203B41FA5}">
                      <a16:colId xmlns:a16="http://schemas.microsoft.com/office/drawing/2014/main" val="662055407"/>
                    </a:ext>
                  </a:extLst>
                </a:gridCol>
              </a:tblGrid>
              <a:tr h="498360">
                <a:tc>
                  <a:txBody>
                    <a:bodyPr/>
                    <a:lstStyle/>
                    <a:p>
                      <a:pPr algn="ctr">
                        <a:buNone/>
                      </a:pPr>
                      <a:r>
                        <a:rPr lang="en-US" sz="2000">
                          <a:solidFill>
                            <a:schemeClr val="tx1"/>
                          </a:solidFill>
                          <a:effectLst/>
                          <a:latin typeface="Tahoma"/>
                          <a:ea typeface="Calibri"/>
                        </a:rPr>
                        <a:t>STT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2000">
                          <a:solidFill>
                            <a:schemeClr val="tx1"/>
                          </a:solidFill>
                          <a:effectLst/>
                          <a:latin typeface="Tahoma"/>
                          <a:ea typeface="Calibri"/>
                        </a:rPr>
                        <a:t>HỌ VÀ TÊN</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2000">
                          <a:solidFill>
                            <a:schemeClr val="tx1"/>
                          </a:solidFill>
                          <a:effectLst/>
                          <a:latin typeface="Tahoma"/>
                          <a:ea typeface="Calibri"/>
                        </a:rPr>
                        <a:t>NHIỆM VỤ</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vi-VN" sz="2000">
                          <a:solidFill>
                            <a:schemeClr val="tx1"/>
                          </a:solidFill>
                          <a:effectLst/>
                          <a:latin typeface="Tahoma"/>
                          <a:ea typeface="Calibri"/>
                        </a:rPr>
                        <a:t>KHỐI LƯỢNG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3004243"/>
                  </a:ext>
                </a:extLst>
              </a:tr>
              <a:tr h="1844630">
                <a:tc>
                  <a:txBody>
                    <a:bodyPr/>
                    <a:lstStyle/>
                    <a:p>
                      <a:pPr algn="ctr">
                        <a:buNone/>
                      </a:pPr>
                      <a:r>
                        <a:rPr lang="en-US" sz="2000">
                          <a:solidFill>
                            <a:schemeClr val="tx1"/>
                          </a:solidFill>
                          <a:effectLst/>
                          <a:latin typeface="Tahoma"/>
                          <a:ea typeface="Calibri"/>
                        </a:rPr>
                        <a:t>01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2000">
                          <a:solidFill>
                            <a:schemeClr val="tx1"/>
                          </a:solidFill>
                          <a:effectLst/>
                          <a:latin typeface="Tahoma"/>
                          <a:ea typeface="Calibri"/>
                        </a:rPr>
                        <a:t>Nguyễn </a:t>
                      </a:r>
                      <a:r>
                        <a:rPr lang="en-US" sz="2000" err="1">
                          <a:solidFill>
                            <a:schemeClr val="tx1"/>
                          </a:solidFill>
                          <a:effectLst/>
                          <a:latin typeface="Tahoma"/>
                          <a:ea typeface="Calibri"/>
                        </a:rPr>
                        <a:t>Tấn</a:t>
                      </a:r>
                      <a:r>
                        <a:rPr lang="en-US" sz="2000">
                          <a:solidFill>
                            <a:schemeClr val="tx1"/>
                          </a:solidFill>
                          <a:effectLst/>
                          <a:latin typeface="Tahoma"/>
                          <a:ea typeface="Calibri"/>
                        </a:rPr>
                        <a:t> Minh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buFont typeface="Arial"/>
                        <a:buChar char="•"/>
                      </a:pPr>
                      <a:r>
                        <a:rPr lang="vi-VN" sz="2000">
                          <a:solidFill>
                            <a:schemeClr val="tx1"/>
                          </a:solidFill>
                          <a:effectLst/>
                          <a:latin typeface="Tahoma"/>
                          <a:ea typeface="Calibri"/>
                        </a:rPr>
                        <a:t>Cơ bản &amp; Chuẩn bị Lý thuyết</a:t>
                      </a:r>
                    </a:p>
                    <a:p>
                      <a:pPr marL="342900" lvl="0" indent="-342900">
                        <a:buFont typeface="Arial"/>
                        <a:buChar char="•"/>
                      </a:pPr>
                      <a:r>
                        <a:rPr lang="vi-VN" sz="2000" b="0" i="0" u="none" strike="noStrike" noProof="0">
                          <a:solidFill>
                            <a:schemeClr val="tx1"/>
                          </a:solidFill>
                          <a:effectLst/>
                          <a:latin typeface="Tahoma"/>
                        </a:rPr>
                        <a:t>Tổng kết lý thuyết và kiểm định</a:t>
                      </a:r>
                      <a:endParaRPr lang="vi-VN" sz="2000">
                        <a:solidFill>
                          <a:schemeClr val="tx1"/>
                        </a:solidFill>
                        <a:effectLst/>
                        <a:latin typeface="Tahoma"/>
                        <a:ea typeface="Calibri"/>
                      </a:endParaRPr>
                    </a:p>
                    <a:p>
                      <a:pPr marL="342900" lvl="0" indent="-342900">
                        <a:buFont typeface="Arial"/>
                        <a:buChar char="•"/>
                      </a:pPr>
                      <a:r>
                        <a:rPr lang="vi-VN" sz="2000" b="0" i="0" u="none" strike="noStrike" noProof="0">
                          <a:solidFill>
                            <a:schemeClr val="tx1"/>
                          </a:solidFill>
                          <a:effectLst/>
                          <a:latin typeface="Tahoma"/>
                        </a:rPr>
                        <a:t>Tìm kiếm thông tin, chuẩn bị dữ liệu</a:t>
                      </a:r>
                    </a:p>
                    <a:p>
                      <a:pPr marL="342900" lvl="0" indent="-342900">
                        <a:buFont typeface="Arial"/>
                        <a:buChar char="•"/>
                      </a:pPr>
                      <a:r>
                        <a:rPr lang="vi-VN" sz="2000">
                          <a:solidFill>
                            <a:schemeClr val="tx1"/>
                          </a:solidFill>
                          <a:effectLst/>
                          <a:latin typeface="Tahoma"/>
                          <a:ea typeface="Calibri"/>
                        </a:rPr>
                        <a:t>Làm báo cáo và slide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2000">
                          <a:solidFill>
                            <a:schemeClr val="tx1"/>
                          </a:solidFill>
                          <a:effectLst/>
                          <a:latin typeface="Tahoma"/>
                          <a:ea typeface="Calibri"/>
                        </a:rPr>
                        <a:t>50%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5010789"/>
                  </a:ext>
                </a:extLst>
              </a:tr>
              <a:tr h="1799638">
                <a:tc>
                  <a:txBody>
                    <a:bodyPr/>
                    <a:lstStyle/>
                    <a:p>
                      <a:pPr algn="ctr">
                        <a:buNone/>
                      </a:pPr>
                      <a:r>
                        <a:rPr lang="en-US" sz="2000">
                          <a:solidFill>
                            <a:schemeClr val="tx1"/>
                          </a:solidFill>
                          <a:effectLst/>
                          <a:latin typeface="Tahoma"/>
                          <a:ea typeface="Calibri"/>
                        </a:rPr>
                        <a:t>02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2000">
                          <a:solidFill>
                            <a:schemeClr val="tx1"/>
                          </a:solidFill>
                          <a:effectLst/>
                          <a:latin typeface="Tahoma"/>
                          <a:ea typeface="Calibri"/>
                        </a:rPr>
                        <a:t>Phạm </a:t>
                      </a:r>
                      <a:r>
                        <a:rPr lang="en-US" sz="2000" err="1">
                          <a:solidFill>
                            <a:schemeClr val="tx1"/>
                          </a:solidFill>
                          <a:effectLst/>
                          <a:latin typeface="Tahoma"/>
                          <a:ea typeface="Calibri"/>
                        </a:rPr>
                        <a:t>Đình</a:t>
                      </a:r>
                      <a:r>
                        <a:rPr lang="en-US" sz="2000">
                          <a:solidFill>
                            <a:schemeClr val="tx1"/>
                          </a:solidFill>
                          <a:effectLst/>
                          <a:latin typeface="Tahoma"/>
                          <a:ea typeface="Calibri"/>
                        </a:rPr>
                        <a:t> </a:t>
                      </a:r>
                      <a:r>
                        <a:rPr lang="en-US" sz="2000" err="1">
                          <a:solidFill>
                            <a:schemeClr val="tx1"/>
                          </a:solidFill>
                          <a:effectLst/>
                          <a:latin typeface="Tahoma"/>
                          <a:ea typeface="Calibri"/>
                        </a:rPr>
                        <a:t>Chiến</a:t>
                      </a:r>
                      <a:endParaRPr lang="en-US" sz="2000">
                        <a:solidFill>
                          <a:schemeClr val="tx1"/>
                        </a:solidFill>
                        <a:effectLst/>
                        <a:latin typeface="Tahoma"/>
                        <a:ea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buFont typeface="Arial"/>
                        <a:buChar char="•"/>
                      </a:pPr>
                      <a:r>
                        <a:rPr lang="vi-VN" sz="2000" b="0" i="0" u="none" strike="noStrike" noProof="0">
                          <a:solidFill>
                            <a:schemeClr val="tx1"/>
                          </a:solidFill>
                          <a:effectLst/>
                          <a:latin typeface="Tahoma"/>
                        </a:rPr>
                        <a:t>Test và hiệu chỉnh chương trình, đẩy lên </a:t>
                      </a:r>
                      <a:r>
                        <a:rPr lang="vi-VN" sz="2000" b="0" i="0" u="none" strike="noStrike" noProof="0" err="1">
                          <a:solidFill>
                            <a:schemeClr val="tx1"/>
                          </a:solidFill>
                          <a:effectLst/>
                          <a:latin typeface="Tahoma"/>
                        </a:rPr>
                        <a:t>github</a:t>
                      </a:r>
                      <a:endParaRPr lang="vi-VN" err="1"/>
                    </a:p>
                    <a:p>
                      <a:pPr marL="342900" lvl="0" indent="-342900">
                        <a:buFont typeface="Arial"/>
                        <a:buChar char="•"/>
                      </a:pPr>
                      <a:r>
                        <a:rPr lang="vi-VN" sz="2000">
                          <a:solidFill>
                            <a:schemeClr val="tx1"/>
                          </a:solidFill>
                          <a:effectLst/>
                          <a:latin typeface="Tahoma"/>
                          <a:ea typeface="Calibri"/>
                        </a:rPr>
                        <a:t>Triển khai và kiểm tra chương trình </a:t>
                      </a:r>
                      <a:r>
                        <a:rPr lang="vi-VN" sz="2000" err="1">
                          <a:solidFill>
                            <a:schemeClr val="tx1"/>
                          </a:solidFill>
                          <a:effectLst/>
                          <a:latin typeface="Tahoma"/>
                          <a:ea typeface="Calibri"/>
                        </a:rPr>
                        <a:t>trình</a:t>
                      </a:r>
                      <a:endParaRPr lang="vi-VN" sz="2000">
                        <a:solidFill>
                          <a:schemeClr val="tx1"/>
                        </a:solidFill>
                        <a:effectLst/>
                        <a:latin typeface="Tahoma"/>
                        <a:ea typeface="Calibri"/>
                      </a:endParaRPr>
                    </a:p>
                    <a:p>
                      <a:pPr marL="342900" lvl="0" indent="-342900">
                        <a:buFont typeface="Arial"/>
                        <a:buChar char="•"/>
                      </a:pPr>
                      <a:r>
                        <a:rPr lang="vi-VN" sz="2000">
                          <a:solidFill>
                            <a:schemeClr val="tx1"/>
                          </a:solidFill>
                          <a:effectLst/>
                          <a:latin typeface="Tahoma"/>
                          <a:ea typeface="Calibri"/>
                        </a:rPr>
                        <a:t>Tìm kiếm thông tin, chuẩn bị dữ liệu</a:t>
                      </a:r>
                    </a:p>
                    <a:p>
                      <a:pPr marL="342900" lvl="0" indent="-342900">
                        <a:buFont typeface="Arial"/>
                        <a:buChar char="•"/>
                      </a:pPr>
                      <a:r>
                        <a:rPr lang="vi-VN" sz="2000">
                          <a:solidFill>
                            <a:schemeClr val="tx1"/>
                          </a:solidFill>
                          <a:effectLst/>
                          <a:latin typeface="Tahoma"/>
                          <a:ea typeface="Calibri"/>
                        </a:rPr>
                        <a:t>Làm báo cáo và </a:t>
                      </a:r>
                      <a:r>
                        <a:rPr lang="vi-VN" sz="2000" err="1">
                          <a:solidFill>
                            <a:schemeClr val="tx1"/>
                          </a:solidFill>
                          <a:effectLst/>
                          <a:latin typeface="Tahoma"/>
                          <a:ea typeface="Calibri"/>
                        </a:rPr>
                        <a:t>slide</a:t>
                      </a:r>
                      <a:endParaRPr lang="vi-VN" sz="2000">
                        <a:solidFill>
                          <a:schemeClr val="tx1"/>
                        </a:solidFill>
                        <a:effectLst/>
                        <a:latin typeface="Tahoma"/>
                        <a:ea typeface="Calibr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sz="2000">
                          <a:solidFill>
                            <a:schemeClr val="tx1"/>
                          </a:solidFill>
                          <a:effectLst/>
                          <a:latin typeface="Tahoma"/>
                          <a:ea typeface="Calibri"/>
                        </a:rPr>
                        <a:t>50%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0644062"/>
                  </a:ext>
                </a:extLst>
              </a:tr>
            </a:tbl>
          </a:graphicData>
        </a:graphic>
      </p:graphicFrame>
    </p:spTree>
    <p:extLst>
      <p:ext uri="{BB962C8B-B14F-4D97-AF65-F5344CB8AC3E}">
        <p14:creationId xmlns:p14="http://schemas.microsoft.com/office/powerpoint/2010/main" val="11324840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6000">
              <a:schemeClr val="tx1"/>
            </a:gs>
            <a:gs pos="2000">
              <a:schemeClr val="bg1"/>
            </a:gs>
            <a:gs pos="11000">
              <a:schemeClr val="bg1"/>
            </a:gs>
          </a:gsLst>
          <a:lin ang="2400000" scaled="0"/>
          <a:tileRect/>
        </a:gradFill>
        <a:effectLst/>
      </p:bgPr>
    </p:bg>
    <p:spTree>
      <p:nvGrpSpPr>
        <p:cNvPr id="1" name="">
          <a:extLst>
            <a:ext uri="{FF2B5EF4-FFF2-40B4-BE49-F238E27FC236}">
              <a16:creationId xmlns:a16="http://schemas.microsoft.com/office/drawing/2014/main" id="{81F5667C-D24A-0A17-336B-8C5D8C001307}"/>
            </a:ext>
          </a:extLst>
        </p:cNvPr>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14635E52-5EEA-0477-DC1F-A824ADF44E7E}"/>
              </a:ext>
            </a:extLst>
          </p:cNvPr>
          <p:cNvSpPr/>
          <p:nvPr/>
        </p:nvSpPr>
        <p:spPr>
          <a:xfrm>
            <a:off x="706281" y="4657346"/>
            <a:ext cx="10910090" cy="2163354"/>
          </a:xfrm>
          <a:prstGeom prst="roundRect">
            <a:avLst>
              <a:gd name="adj" fmla="val 9116"/>
            </a:avLst>
          </a:prstGeom>
          <a:solidFill>
            <a:schemeClr val="bg2">
              <a:lumMod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8239446B-0275-B769-0780-457B3DE3761F}"/>
              </a:ext>
            </a:extLst>
          </p:cNvPr>
          <p:cNvSpPr/>
          <p:nvPr/>
        </p:nvSpPr>
        <p:spPr>
          <a:xfrm>
            <a:off x="5506091" y="1940567"/>
            <a:ext cx="6099548" cy="2855785"/>
          </a:xfrm>
          <a:prstGeom prst="roundRect">
            <a:avLst>
              <a:gd name="adj" fmla="val 9116"/>
            </a:avLst>
          </a:prstGeom>
          <a:solidFill>
            <a:schemeClr val="bg2">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6171F854-7304-AEB4-FFF0-CC977B475E69}"/>
              </a:ext>
            </a:extLst>
          </p:cNvPr>
          <p:cNvSpPr/>
          <p:nvPr/>
        </p:nvSpPr>
        <p:spPr>
          <a:xfrm>
            <a:off x="706281" y="1716214"/>
            <a:ext cx="6464449" cy="3090871"/>
          </a:xfrm>
          <a:prstGeom prst="roundRect">
            <a:avLst>
              <a:gd name="adj" fmla="val 9116"/>
            </a:avLst>
          </a:prstGeom>
          <a:solidFill>
            <a:schemeClr val="bg2">
              <a:lumMod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0356F98-4392-9EDE-8C5C-3379500D6E58}"/>
              </a:ext>
            </a:extLst>
          </p:cNvPr>
          <p:cNvSpPr txBox="1"/>
          <p:nvPr/>
        </p:nvSpPr>
        <p:spPr>
          <a:xfrm>
            <a:off x="711200" y="544343"/>
            <a:ext cx="8987692" cy="584775"/>
          </a:xfrm>
          <a:prstGeom prst="rect">
            <a:avLst/>
          </a:prstGeom>
          <a:noFill/>
          <a:ln>
            <a:noFill/>
          </a:ln>
        </p:spPr>
        <p:txBody>
          <a:bodyPr wrap="square" lIns="91440" tIns="45720" rIns="91440" bIns="45720" anchor="t">
            <a:spAutoFit/>
          </a:bodyPr>
          <a:lstStyle/>
          <a:p>
            <a:r>
              <a:rPr lang="en-US" sz="3200" b="1" dirty="0" err="1">
                <a:ln w="25400" cap="sq">
                  <a:noFill/>
                  <a:miter lim="800000"/>
                </a:ln>
                <a:effectLst>
                  <a:glow rad="177800">
                    <a:schemeClr val="bg1">
                      <a:alpha val="86000"/>
                    </a:schemeClr>
                  </a:glow>
                </a:effectLst>
                <a:latin typeface="Tahoma"/>
                <a:ea typeface="Tahoma"/>
                <a:cs typeface="Tahoma"/>
              </a:rPr>
              <a:t>InheritedWidget</a:t>
            </a:r>
            <a:r>
              <a:rPr lang="en-US" sz="3200" b="1" dirty="0">
                <a:ln w="25400" cap="sq">
                  <a:noFill/>
                  <a:miter lim="800000"/>
                </a:ln>
                <a:effectLst>
                  <a:glow rad="177800">
                    <a:schemeClr val="bg1">
                      <a:alpha val="86000"/>
                    </a:schemeClr>
                  </a:glow>
                </a:effectLst>
                <a:latin typeface="Tahoma"/>
                <a:ea typeface="Tahoma"/>
                <a:cs typeface="Tahoma"/>
              </a:rPr>
              <a:t> </a:t>
            </a:r>
            <a:r>
              <a:rPr lang="en-US" sz="3200" b="1" dirty="0" err="1">
                <a:ln w="25400" cap="sq">
                  <a:noFill/>
                  <a:miter lim="800000"/>
                </a:ln>
                <a:effectLst>
                  <a:glow rad="177800">
                    <a:schemeClr val="bg1">
                      <a:alpha val="86000"/>
                    </a:schemeClr>
                  </a:glow>
                </a:effectLst>
                <a:latin typeface="Tahoma"/>
                <a:ea typeface="Tahoma"/>
                <a:cs typeface="Tahoma"/>
              </a:rPr>
              <a:t>là</a:t>
            </a:r>
            <a:r>
              <a:rPr lang="en-US" sz="3200" b="1" dirty="0">
                <a:ln w="25400" cap="sq">
                  <a:noFill/>
                  <a:miter lim="800000"/>
                </a:ln>
                <a:effectLst>
                  <a:glow rad="177800">
                    <a:schemeClr val="bg1">
                      <a:alpha val="86000"/>
                    </a:schemeClr>
                  </a:glow>
                </a:effectLst>
                <a:latin typeface="Tahoma"/>
                <a:ea typeface="Tahoma"/>
                <a:cs typeface="Tahoma"/>
              </a:rPr>
              <a:t> </a:t>
            </a:r>
            <a:r>
              <a:rPr lang="en-US" sz="3200" b="1" dirty="0" err="1">
                <a:ln w="25400" cap="sq">
                  <a:noFill/>
                  <a:miter lim="800000"/>
                </a:ln>
                <a:effectLst>
                  <a:glow rad="177800">
                    <a:schemeClr val="bg1">
                      <a:alpha val="86000"/>
                    </a:schemeClr>
                  </a:glow>
                </a:effectLst>
                <a:latin typeface="Tahoma"/>
                <a:ea typeface="Tahoma"/>
                <a:cs typeface="Tahoma"/>
              </a:rPr>
              <a:t>gì</a:t>
            </a:r>
            <a:r>
              <a:rPr lang="en-US" sz="3200" b="1" dirty="0">
                <a:ln w="25400" cap="sq">
                  <a:noFill/>
                  <a:miter lim="800000"/>
                </a:ln>
                <a:effectLst>
                  <a:glow rad="177800">
                    <a:schemeClr val="bg1">
                      <a:alpha val="86000"/>
                    </a:schemeClr>
                  </a:glow>
                </a:effectLst>
                <a:latin typeface="Tahoma"/>
                <a:ea typeface="Tahoma"/>
                <a:cs typeface="Tahoma"/>
              </a:rPr>
              <a:t>?</a:t>
            </a:r>
            <a:endParaRPr lang="en-US" sz="3200" dirty="0" err="1">
              <a:ln w="25400" cap="sq">
                <a:noFill/>
                <a:miter lim="800000"/>
              </a:ln>
              <a:effectLst>
                <a:glow rad="177800">
                  <a:prstClr val="white">
                    <a:alpha val="86000"/>
                  </a:prstClr>
                </a:glow>
              </a:effectLst>
              <a:latin typeface="Tahoma"/>
              <a:ea typeface="Tahoma"/>
              <a:cs typeface="Tahoma"/>
            </a:endParaRPr>
          </a:p>
        </p:txBody>
      </p:sp>
      <p:cxnSp>
        <p:nvCxnSpPr>
          <p:cNvPr id="8" name="Straight Connector 7">
            <a:extLst>
              <a:ext uri="{FF2B5EF4-FFF2-40B4-BE49-F238E27FC236}">
                <a16:creationId xmlns:a16="http://schemas.microsoft.com/office/drawing/2014/main" id="{D7F2E98C-C842-5BE8-21D9-FC81D9D957C8}"/>
              </a:ext>
            </a:extLst>
          </p:cNvPr>
          <p:cNvCxnSpPr>
            <a:cxnSpLocks/>
          </p:cNvCxnSpPr>
          <p:nvPr/>
        </p:nvCxnSpPr>
        <p:spPr>
          <a:xfrm>
            <a:off x="140677" y="1125413"/>
            <a:ext cx="5248073" cy="32196"/>
          </a:xfrm>
          <a:prstGeom prst="line">
            <a:avLst/>
          </a:prstGeom>
          <a:ln w="635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Diagonal Corners Rounded 10">
            <a:extLst>
              <a:ext uri="{FF2B5EF4-FFF2-40B4-BE49-F238E27FC236}">
                <a16:creationId xmlns:a16="http://schemas.microsoft.com/office/drawing/2014/main" id="{540426E8-1BB3-B9CA-63AD-59D983408809}"/>
              </a:ext>
            </a:extLst>
          </p:cNvPr>
          <p:cNvSpPr/>
          <p:nvPr/>
        </p:nvSpPr>
        <p:spPr>
          <a:xfrm>
            <a:off x="695551" y="1303660"/>
            <a:ext cx="7639879" cy="584775"/>
          </a:xfrm>
          <a:prstGeom prst="round2DiagRect">
            <a:avLst>
              <a:gd name="adj1" fmla="val 50000"/>
              <a:gd name="adj2" fmla="val 0"/>
            </a:avLst>
          </a:prstGeom>
          <a:solidFill>
            <a:schemeClr val="bg2">
              <a:lumMod val="1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latin typeface="Tahoma" panose="020B0604030504040204" pitchFamily="34" charset="0"/>
              <a:ea typeface="Tahoma" panose="020B0604030504040204" pitchFamily="34" charset="0"/>
              <a:cs typeface="Tahoma" panose="020B0604030504040204" pitchFamily="34" charset="0"/>
            </a:endParaRPr>
          </a:p>
        </p:txBody>
      </p:sp>
      <p:sp>
        <p:nvSpPr>
          <p:cNvPr id="24" name="TextBox 23">
            <a:extLst>
              <a:ext uri="{FF2B5EF4-FFF2-40B4-BE49-F238E27FC236}">
                <a16:creationId xmlns:a16="http://schemas.microsoft.com/office/drawing/2014/main" id="{5A8660D4-FF1A-C68D-437D-F29A72979EFA}"/>
              </a:ext>
            </a:extLst>
          </p:cNvPr>
          <p:cNvSpPr txBox="1"/>
          <p:nvPr/>
        </p:nvSpPr>
        <p:spPr>
          <a:xfrm>
            <a:off x="706562" y="1908470"/>
            <a:ext cx="5495948" cy="707886"/>
          </a:xfrm>
          <a:prstGeom prst="rect">
            <a:avLst/>
          </a:prstGeom>
          <a:noFill/>
        </p:spPr>
        <p:txBody>
          <a:bodyPr wrap="square" lIns="91440" tIns="45720" rIns="91440" bIns="45720" anchor="t">
            <a:spAutoFit/>
          </a:bodyPr>
          <a:lstStyle/>
          <a:p>
            <a:r>
              <a:rPr lang="en-US" sz="2000" err="1">
                <a:solidFill>
                  <a:schemeClr val="bg1"/>
                </a:solidFill>
                <a:latin typeface="Tahoma"/>
                <a:ea typeface="+mn-lt"/>
                <a:cs typeface="+mn-lt"/>
              </a:rPr>
              <a:t>Là</a:t>
            </a:r>
            <a:r>
              <a:rPr lang="en-US" sz="2000" dirty="0">
                <a:solidFill>
                  <a:schemeClr val="bg1"/>
                </a:solidFill>
                <a:latin typeface="Tahoma"/>
                <a:ea typeface="+mn-lt"/>
                <a:cs typeface="+mn-lt"/>
              </a:rPr>
              <a:t> </a:t>
            </a:r>
            <a:r>
              <a:rPr lang="en-US" sz="2000" err="1">
                <a:solidFill>
                  <a:schemeClr val="bg1"/>
                </a:solidFill>
                <a:latin typeface="Tahoma"/>
                <a:ea typeface="+mn-lt"/>
                <a:cs typeface="+mn-lt"/>
              </a:rPr>
              <a:t>một</a:t>
            </a:r>
            <a:r>
              <a:rPr lang="en-US" sz="2000" dirty="0">
                <a:solidFill>
                  <a:schemeClr val="bg1"/>
                </a:solidFill>
                <a:latin typeface="Tahoma"/>
                <a:ea typeface="+mn-lt"/>
                <a:cs typeface="+mn-lt"/>
              </a:rPr>
              <a:t> </a:t>
            </a:r>
            <a:r>
              <a:rPr lang="en-US" sz="2000" err="1">
                <a:solidFill>
                  <a:schemeClr val="bg1"/>
                </a:solidFill>
                <a:latin typeface="Tahoma"/>
                <a:ea typeface="+mn-lt"/>
                <a:cs typeface="+mn-lt"/>
              </a:rPr>
              <a:t>lớp</a:t>
            </a:r>
            <a:r>
              <a:rPr lang="en-US" sz="2000" dirty="0">
                <a:solidFill>
                  <a:schemeClr val="bg1"/>
                </a:solidFill>
                <a:latin typeface="Tahoma"/>
                <a:ea typeface="+mn-lt"/>
                <a:cs typeface="+mn-lt"/>
              </a:rPr>
              <a:t> </a:t>
            </a:r>
            <a:r>
              <a:rPr lang="en-US" sz="2000" err="1">
                <a:solidFill>
                  <a:schemeClr val="bg1"/>
                </a:solidFill>
                <a:latin typeface="Tahoma"/>
                <a:ea typeface="+mn-lt"/>
                <a:cs typeface="+mn-lt"/>
              </a:rPr>
              <a:t>cơ</a:t>
            </a:r>
            <a:r>
              <a:rPr lang="en-US" sz="2000" dirty="0">
                <a:solidFill>
                  <a:schemeClr val="bg1"/>
                </a:solidFill>
                <a:latin typeface="Tahoma"/>
                <a:ea typeface="+mn-lt"/>
                <a:cs typeface="+mn-lt"/>
              </a:rPr>
              <a:t> </a:t>
            </a:r>
            <a:r>
              <a:rPr lang="en-US" sz="2000" err="1">
                <a:solidFill>
                  <a:schemeClr val="bg1"/>
                </a:solidFill>
                <a:latin typeface="Tahoma"/>
                <a:ea typeface="+mn-lt"/>
                <a:cs typeface="+mn-lt"/>
              </a:rPr>
              <a:t>sở</a:t>
            </a:r>
            <a:r>
              <a:rPr lang="en-US" sz="2000" dirty="0">
                <a:solidFill>
                  <a:schemeClr val="bg1"/>
                </a:solidFill>
                <a:latin typeface="Tahoma"/>
                <a:ea typeface="+mn-lt"/>
                <a:cs typeface="+mn-lt"/>
              </a:rPr>
              <a:t> (base class) </a:t>
            </a:r>
            <a:r>
              <a:rPr lang="en-US" sz="2000" err="1">
                <a:solidFill>
                  <a:schemeClr val="bg1"/>
                </a:solidFill>
                <a:latin typeface="Tahoma"/>
                <a:ea typeface="+mn-lt"/>
                <a:cs typeface="+mn-lt"/>
              </a:rPr>
              <a:t>trong</a:t>
            </a:r>
            <a:r>
              <a:rPr lang="en-US" sz="2000" dirty="0">
                <a:solidFill>
                  <a:schemeClr val="bg1"/>
                </a:solidFill>
                <a:latin typeface="Tahoma"/>
                <a:ea typeface="+mn-lt"/>
                <a:cs typeface="+mn-lt"/>
              </a:rPr>
              <a:t> framework </a:t>
            </a:r>
            <a:r>
              <a:rPr lang="en-US" sz="2000" b="1" dirty="0">
                <a:solidFill>
                  <a:schemeClr val="bg1"/>
                </a:solidFill>
                <a:latin typeface="Tahoma"/>
                <a:ea typeface="+mn-lt"/>
                <a:cs typeface="+mn-lt"/>
              </a:rPr>
              <a:t>Flutter</a:t>
            </a:r>
            <a:r>
              <a:rPr lang="en-US" sz="2000" dirty="0">
                <a:solidFill>
                  <a:schemeClr val="bg1"/>
                </a:solidFill>
                <a:latin typeface="Tahoma"/>
                <a:ea typeface="+mn-lt"/>
                <a:cs typeface="+mn-lt"/>
              </a:rPr>
              <a:t> </a:t>
            </a:r>
            <a:r>
              <a:rPr lang="en-US" sz="2000" err="1">
                <a:solidFill>
                  <a:schemeClr val="bg1"/>
                </a:solidFill>
                <a:latin typeface="Tahoma"/>
                <a:ea typeface="+mn-lt"/>
                <a:cs typeface="+mn-lt"/>
              </a:rPr>
              <a:t>của</a:t>
            </a:r>
            <a:r>
              <a:rPr lang="en-US" sz="2000" dirty="0">
                <a:solidFill>
                  <a:schemeClr val="bg1"/>
                </a:solidFill>
                <a:latin typeface="Tahoma"/>
                <a:ea typeface="+mn-lt"/>
                <a:cs typeface="+mn-lt"/>
              </a:rPr>
              <a:t> Google</a:t>
            </a:r>
          </a:p>
        </p:txBody>
      </p:sp>
      <p:sp>
        <p:nvSpPr>
          <p:cNvPr id="31" name="TextBox 30">
            <a:extLst>
              <a:ext uri="{FF2B5EF4-FFF2-40B4-BE49-F238E27FC236}">
                <a16:creationId xmlns:a16="http://schemas.microsoft.com/office/drawing/2014/main" id="{D87B43F9-454E-33F7-94CF-7FE129A155A2}"/>
              </a:ext>
            </a:extLst>
          </p:cNvPr>
          <p:cNvSpPr txBox="1"/>
          <p:nvPr/>
        </p:nvSpPr>
        <p:spPr>
          <a:xfrm>
            <a:off x="706314" y="2578620"/>
            <a:ext cx="6350301" cy="2246769"/>
          </a:xfrm>
          <a:prstGeom prst="rect">
            <a:avLst/>
          </a:prstGeom>
          <a:noFill/>
          <a:ln w="19050">
            <a:solidFill>
              <a:schemeClr val="bg2">
                <a:lumMod val="75000"/>
              </a:schemeClr>
            </a:solidFill>
          </a:ln>
        </p:spPr>
        <p:txBody>
          <a:bodyPr wrap="square" lIns="91440" tIns="45720" rIns="91440" bIns="45720" rtlCol="0" anchor="ctr">
            <a:spAutoFit/>
          </a:bodyPr>
          <a:lstStyle/>
          <a:p>
            <a:r>
              <a:rPr lang="en-US" sz="2000" dirty="0">
                <a:solidFill>
                  <a:schemeClr val="bg1"/>
                </a:solidFill>
                <a:latin typeface="Tahoma"/>
                <a:ea typeface="Tahoma"/>
                <a:cs typeface="Tahoma"/>
              </a:rPr>
              <a:t>Công </a:t>
            </a:r>
            <a:r>
              <a:rPr lang="en-US" sz="2000" err="1">
                <a:solidFill>
                  <a:schemeClr val="bg1"/>
                </a:solidFill>
                <a:latin typeface="Tahoma"/>
                <a:ea typeface="Tahoma"/>
                <a:cs typeface="Tahoma"/>
              </a:rPr>
              <a:t>dụng</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chính</a:t>
            </a:r>
            <a:r>
              <a:rPr lang="en-US" sz="2000" dirty="0">
                <a:solidFill>
                  <a:schemeClr val="bg1"/>
                </a:solidFill>
                <a:latin typeface="Tahoma"/>
                <a:ea typeface="Tahoma"/>
                <a:cs typeface="Tahoma"/>
              </a:rPr>
              <a:t>:</a:t>
            </a:r>
          </a:p>
          <a:p>
            <a:pPr>
              <a:buFont typeface="Arial" panose="020B0604020202020204" pitchFamily="34" charset="0"/>
              <a:buChar char="•"/>
            </a:pPr>
            <a:r>
              <a:rPr lang="en-US" sz="2000" b="1" dirty="0">
                <a:solidFill>
                  <a:schemeClr val="bg1"/>
                </a:solidFill>
                <a:latin typeface="Tahoma"/>
                <a:ea typeface="Tahoma"/>
                <a:cs typeface="Tahoma"/>
              </a:rPr>
              <a:t> Chia </a:t>
            </a:r>
            <a:r>
              <a:rPr lang="en-US" sz="2000" b="1" err="1">
                <a:solidFill>
                  <a:schemeClr val="bg1"/>
                </a:solidFill>
                <a:latin typeface="Tahoma"/>
                <a:ea typeface="Tahoma"/>
                <a:cs typeface="Tahoma"/>
              </a:rPr>
              <a:t>sẻ</a:t>
            </a:r>
            <a:r>
              <a:rPr lang="en-US" sz="2000" b="1" dirty="0">
                <a:solidFill>
                  <a:schemeClr val="bg1"/>
                </a:solidFill>
                <a:latin typeface="Tahoma"/>
                <a:ea typeface="Tahoma"/>
                <a:cs typeface="Tahoma"/>
              </a:rPr>
              <a:t> </a:t>
            </a:r>
            <a:r>
              <a:rPr lang="en-US" sz="2000" b="1" err="1">
                <a:solidFill>
                  <a:schemeClr val="bg1"/>
                </a:solidFill>
                <a:latin typeface="Tahoma"/>
                <a:ea typeface="Tahoma"/>
                <a:cs typeface="Tahoma"/>
              </a:rPr>
              <a:t>dữ</a:t>
            </a:r>
            <a:r>
              <a:rPr lang="en-US" sz="2000" b="1" dirty="0">
                <a:solidFill>
                  <a:schemeClr val="bg1"/>
                </a:solidFill>
                <a:latin typeface="Tahoma"/>
                <a:ea typeface="Tahoma"/>
                <a:cs typeface="Tahoma"/>
              </a:rPr>
              <a:t> </a:t>
            </a:r>
            <a:r>
              <a:rPr lang="en-US" sz="2000" b="1" err="1">
                <a:solidFill>
                  <a:schemeClr val="bg1"/>
                </a:solidFill>
                <a:latin typeface="Tahoma"/>
                <a:ea typeface="Tahoma"/>
                <a:cs typeface="Tahoma"/>
              </a:rPr>
              <a:t>liệu</a:t>
            </a:r>
            <a:r>
              <a:rPr lang="en-US" sz="2000" b="1" dirty="0">
                <a:solidFill>
                  <a:schemeClr val="bg1"/>
                </a:solidFill>
                <a:latin typeface="Tahoma"/>
                <a:ea typeface="Tahoma"/>
                <a:cs typeface="Tahoma"/>
              </a:rPr>
              <a:t> (state) </a:t>
            </a:r>
            <a:r>
              <a:rPr lang="en-US" sz="2000" b="1" err="1">
                <a:solidFill>
                  <a:schemeClr val="bg1"/>
                </a:solidFill>
                <a:latin typeface="Tahoma"/>
                <a:ea typeface="Tahoma"/>
                <a:cs typeface="Tahoma"/>
              </a:rPr>
              <a:t>hiệu</a:t>
            </a:r>
            <a:r>
              <a:rPr lang="en-US" sz="2000" b="1" dirty="0">
                <a:solidFill>
                  <a:schemeClr val="bg1"/>
                </a:solidFill>
                <a:latin typeface="Tahoma"/>
                <a:ea typeface="Tahoma"/>
                <a:cs typeface="Tahoma"/>
              </a:rPr>
              <a:t> </a:t>
            </a:r>
            <a:r>
              <a:rPr lang="en-US" sz="2000" b="1" err="1">
                <a:solidFill>
                  <a:schemeClr val="bg1"/>
                </a:solidFill>
                <a:latin typeface="Tahoma"/>
                <a:ea typeface="Tahoma"/>
                <a:cs typeface="Tahoma"/>
              </a:rPr>
              <a:t>quả</a:t>
            </a:r>
            <a:r>
              <a:rPr lang="en-US" sz="2000" b="1" dirty="0">
                <a:solidFill>
                  <a:schemeClr val="bg1"/>
                </a:solidFill>
                <a:latin typeface="Tahoma"/>
                <a:ea typeface="Tahoma"/>
                <a:cs typeface="Tahoma"/>
              </a:rPr>
              <a:t>:</a:t>
            </a:r>
            <a:endParaRPr lang="en-US" sz="2000" dirty="0">
              <a:solidFill>
                <a:schemeClr val="bg1"/>
              </a:solidFill>
              <a:latin typeface="Tahoma"/>
              <a:ea typeface="Tahoma"/>
              <a:cs typeface="Tahoma"/>
            </a:endParaRPr>
          </a:p>
          <a:p>
            <a:pPr lvl="1">
              <a:buFont typeface="Courier New" panose="020B0604020202020204" pitchFamily="34" charset="0"/>
              <a:buChar char="o"/>
            </a:pPr>
            <a:r>
              <a:rPr lang="en-US" sz="2000" b="1" dirty="0">
                <a:solidFill>
                  <a:schemeClr val="bg1"/>
                </a:solidFill>
                <a:latin typeface="Tahoma"/>
                <a:ea typeface="Tahoma"/>
                <a:cs typeface="Tahoma"/>
              </a:rPr>
              <a:t> Chia </a:t>
            </a:r>
            <a:r>
              <a:rPr lang="en-US" sz="2000" b="1" err="1">
                <a:solidFill>
                  <a:schemeClr val="bg1"/>
                </a:solidFill>
                <a:latin typeface="Tahoma"/>
                <a:ea typeface="Tahoma"/>
                <a:cs typeface="Tahoma"/>
              </a:rPr>
              <a:t>sẻ</a:t>
            </a:r>
            <a:r>
              <a:rPr lang="en-US" sz="2000" b="1" dirty="0">
                <a:solidFill>
                  <a:schemeClr val="bg1"/>
                </a:solidFill>
                <a:latin typeface="Tahoma"/>
                <a:ea typeface="Tahoma"/>
                <a:cs typeface="Tahoma"/>
              </a:rPr>
              <a:t> State</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dữ</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liệu</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từ</a:t>
            </a:r>
            <a:r>
              <a:rPr lang="en-US" sz="2000" dirty="0">
                <a:solidFill>
                  <a:schemeClr val="bg1"/>
                </a:solidFill>
                <a:latin typeface="Tahoma"/>
                <a:ea typeface="Tahoma"/>
                <a:cs typeface="Tahoma"/>
              </a:rPr>
              <a:t> widget cha </a:t>
            </a:r>
            <a:r>
              <a:rPr lang="en-US" sz="2000" err="1">
                <a:solidFill>
                  <a:schemeClr val="bg1"/>
                </a:solidFill>
                <a:latin typeface="Tahoma"/>
                <a:ea typeface="Tahoma"/>
                <a:cs typeface="Tahoma"/>
              </a:rPr>
              <a:t>xuống</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bất</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kỳ</a:t>
            </a:r>
            <a:r>
              <a:rPr lang="en-US" sz="2000" dirty="0">
                <a:solidFill>
                  <a:schemeClr val="bg1"/>
                </a:solidFill>
                <a:latin typeface="Tahoma"/>
                <a:ea typeface="Tahoma"/>
                <a:cs typeface="Tahoma"/>
              </a:rPr>
              <a:t> widget con </a:t>
            </a:r>
            <a:r>
              <a:rPr lang="en-US" sz="2000" err="1">
                <a:solidFill>
                  <a:schemeClr val="bg1"/>
                </a:solidFill>
                <a:latin typeface="Tahoma"/>
                <a:ea typeface="Tahoma"/>
                <a:cs typeface="Tahoma"/>
              </a:rPr>
              <a:t>cháu</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nào</a:t>
            </a:r>
            <a:r>
              <a:rPr lang="en-US" sz="2000" dirty="0">
                <a:solidFill>
                  <a:schemeClr val="bg1"/>
                </a:solidFill>
                <a:latin typeface="Tahoma"/>
                <a:ea typeface="Tahoma"/>
                <a:cs typeface="Tahoma"/>
              </a:rPr>
              <a:t>.</a:t>
            </a:r>
          </a:p>
          <a:p>
            <a:pPr>
              <a:buFont typeface="Arial" panose="020B0604020202020204" pitchFamily="34" charset="0"/>
              <a:buChar char="•"/>
            </a:pPr>
            <a:r>
              <a:rPr lang="en-US" sz="2000" b="1" dirty="0">
                <a:solidFill>
                  <a:schemeClr val="bg1"/>
                </a:solidFill>
                <a:latin typeface="Tahoma"/>
                <a:ea typeface="Tahoma"/>
                <a:cs typeface="Tahoma"/>
              </a:rPr>
              <a:t> </a:t>
            </a:r>
            <a:r>
              <a:rPr lang="en-US" sz="2000" b="1" err="1">
                <a:solidFill>
                  <a:schemeClr val="bg1"/>
                </a:solidFill>
                <a:latin typeface="Tahoma"/>
                <a:ea typeface="Tahoma"/>
                <a:cs typeface="Tahoma"/>
              </a:rPr>
              <a:t>Tránh</a:t>
            </a:r>
            <a:r>
              <a:rPr lang="en-US" sz="2000" b="1" dirty="0">
                <a:solidFill>
                  <a:schemeClr val="bg1"/>
                </a:solidFill>
                <a:latin typeface="Tahoma"/>
                <a:ea typeface="Tahoma"/>
                <a:cs typeface="Tahoma"/>
              </a:rPr>
              <a:t> "Prop Drilling":</a:t>
            </a:r>
            <a:endParaRPr lang="en-US" sz="2000" dirty="0">
              <a:solidFill>
                <a:schemeClr val="bg1"/>
              </a:solidFill>
              <a:latin typeface="Tahoma"/>
              <a:ea typeface="Tahoma"/>
              <a:cs typeface="Tahoma"/>
            </a:endParaRPr>
          </a:p>
          <a:p>
            <a:pPr lvl="1">
              <a:buFont typeface="Courier New" panose="020B0604020202020204" pitchFamily="34" charset="0"/>
              <a:buChar char="o"/>
            </a:pP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Không</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cần</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phải</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truyền</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dữ</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liệu</a:t>
            </a:r>
            <a:r>
              <a:rPr lang="en-US" sz="2000" dirty="0">
                <a:solidFill>
                  <a:schemeClr val="bg1"/>
                </a:solidFill>
                <a:latin typeface="Tahoma"/>
                <a:ea typeface="Tahoma"/>
                <a:cs typeface="Tahoma"/>
              </a:rPr>
              <a:t> qua constructor </a:t>
            </a:r>
            <a:r>
              <a:rPr lang="en-US" sz="2000" err="1">
                <a:solidFill>
                  <a:schemeClr val="bg1"/>
                </a:solidFill>
                <a:latin typeface="Tahoma"/>
                <a:ea typeface="Tahoma"/>
                <a:cs typeface="Tahoma"/>
              </a:rPr>
              <a:t>của</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từng</a:t>
            </a:r>
            <a:r>
              <a:rPr lang="en-US" sz="2000" dirty="0">
                <a:solidFill>
                  <a:schemeClr val="bg1"/>
                </a:solidFill>
                <a:latin typeface="Tahoma"/>
                <a:ea typeface="Tahoma"/>
                <a:cs typeface="Tahoma"/>
              </a:rPr>
              <a:t> widget </a:t>
            </a:r>
            <a:r>
              <a:rPr lang="en-US" sz="2000" err="1">
                <a:solidFill>
                  <a:schemeClr val="bg1"/>
                </a:solidFill>
                <a:latin typeface="Tahoma"/>
                <a:ea typeface="Tahoma"/>
                <a:cs typeface="Tahoma"/>
              </a:rPr>
              <a:t>trung</a:t>
            </a:r>
            <a:r>
              <a:rPr lang="en-US" sz="2000" dirty="0">
                <a:solidFill>
                  <a:schemeClr val="bg1"/>
                </a:solidFill>
                <a:latin typeface="Tahoma"/>
                <a:ea typeface="Tahoma"/>
                <a:cs typeface="Tahoma"/>
              </a:rPr>
              <a:t> </a:t>
            </a:r>
            <a:r>
              <a:rPr lang="en-US" sz="2000" err="1">
                <a:solidFill>
                  <a:schemeClr val="bg1"/>
                </a:solidFill>
                <a:latin typeface="Tahoma"/>
                <a:ea typeface="Tahoma"/>
                <a:cs typeface="Tahoma"/>
              </a:rPr>
              <a:t>gian</a:t>
            </a:r>
            <a:r>
              <a:rPr lang="en-US" sz="2000" dirty="0">
                <a:solidFill>
                  <a:schemeClr val="bg1"/>
                </a:solidFill>
                <a:latin typeface="Tahoma"/>
                <a:ea typeface="Tahoma"/>
                <a:cs typeface="Tahoma"/>
              </a:rPr>
              <a:t>.</a:t>
            </a:r>
          </a:p>
        </p:txBody>
      </p:sp>
      <p:sp>
        <p:nvSpPr>
          <p:cNvPr id="33" name="TextBox 32">
            <a:extLst>
              <a:ext uri="{FF2B5EF4-FFF2-40B4-BE49-F238E27FC236}">
                <a16:creationId xmlns:a16="http://schemas.microsoft.com/office/drawing/2014/main" id="{79FC99F4-7038-7FEE-7BAF-E08435DA0C47}"/>
              </a:ext>
            </a:extLst>
          </p:cNvPr>
          <p:cNvSpPr txBox="1"/>
          <p:nvPr/>
        </p:nvSpPr>
        <p:spPr>
          <a:xfrm>
            <a:off x="709764" y="5505660"/>
            <a:ext cx="2699778" cy="461665"/>
          </a:xfrm>
          <a:prstGeom prst="rect">
            <a:avLst/>
          </a:prstGeom>
          <a:noFill/>
        </p:spPr>
        <p:txBody>
          <a:bodyPr wrap="none" lIns="91440" tIns="45720" rIns="91440" bIns="45720" rtlCol="0" anchor="t">
            <a:spAutoFit/>
          </a:bodyPr>
          <a:lstStyle/>
          <a:p>
            <a:r>
              <a:rPr lang="en-US" sz="2400" b="1" dirty="0" err="1">
                <a:solidFill>
                  <a:schemeClr val="bg1"/>
                </a:solidFill>
                <a:latin typeface="Tahoma"/>
                <a:ea typeface="Tahoma"/>
                <a:cs typeface="Tahoma"/>
              </a:rPr>
              <a:t>Cách</a:t>
            </a:r>
            <a:r>
              <a:rPr lang="en-US" sz="2400" b="1" dirty="0">
                <a:solidFill>
                  <a:schemeClr val="bg1"/>
                </a:solidFill>
                <a:latin typeface="Tahoma"/>
                <a:ea typeface="Tahoma"/>
                <a:cs typeface="Tahoma"/>
              </a:rPr>
              <a:t> </a:t>
            </a:r>
            <a:r>
              <a:rPr lang="en-US" sz="2400" b="1" dirty="0" err="1">
                <a:solidFill>
                  <a:schemeClr val="bg1"/>
                </a:solidFill>
                <a:latin typeface="Tahoma"/>
                <a:ea typeface="Tahoma"/>
                <a:cs typeface="Tahoma"/>
              </a:rPr>
              <a:t>hoạt</a:t>
            </a:r>
            <a:r>
              <a:rPr lang="en-US" sz="2400" b="1" dirty="0">
                <a:solidFill>
                  <a:schemeClr val="bg1"/>
                </a:solidFill>
                <a:latin typeface="Tahoma"/>
                <a:ea typeface="Tahoma"/>
                <a:cs typeface="Tahoma"/>
              </a:rPr>
              <a:t> </a:t>
            </a:r>
            <a:r>
              <a:rPr lang="en-US" sz="2400" b="1" dirty="0" err="1">
                <a:solidFill>
                  <a:schemeClr val="bg1"/>
                </a:solidFill>
                <a:latin typeface="Tahoma"/>
                <a:ea typeface="Tahoma"/>
                <a:cs typeface="Tahoma"/>
              </a:rPr>
              <a:t>động</a:t>
            </a:r>
            <a:r>
              <a:rPr lang="en-US" sz="2400" b="1" dirty="0">
                <a:solidFill>
                  <a:schemeClr val="bg1"/>
                </a:solidFill>
                <a:latin typeface="Tahoma"/>
                <a:ea typeface="Tahoma"/>
                <a:cs typeface="Tahoma"/>
              </a:rPr>
              <a:t>:</a:t>
            </a:r>
          </a:p>
        </p:txBody>
      </p:sp>
      <p:sp>
        <p:nvSpPr>
          <p:cNvPr id="35" name="TextBox 34">
            <a:extLst>
              <a:ext uri="{FF2B5EF4-FFF2-40B4-BE49-F238E27FC236}">
                <a16:creationId xmlns:a16="http://schemas.microsoft.com/office/drawing/2014/main" id="{308D21B7-0E82-6D2B-6464-12937AA87EEA}"/>
              </a:ext>
            </a:extLst>
          </p:cNvPr>
          <p:cNvSpPr txBox="1"/>
          <p:nvPr/>
        </p:nvSpPr>
        <p:spPr>
          <a:xfrm>
            <a:off x="3532155" y="4970872"/>
            <a:ext cx="7942723" cy="400110"/>
          </a:xfrm>
          <a:prstGeom prst="rect">
            <a:avLst/>
          </a:prstGeom>
          <a:noFill/>
          <a:ln w="12700">
            <a:solidFill>
              <a:schemeClr val="bg1"/>
            </a:solidFill>
          </a:ln>
        </p:spPr>
        <p:txBody>
          <a:bodyPr wrap="square" lIns="91440" tIns="45720" rIns="91440" bIns="45720" anchor="t">
            <a:spAutoFit/>
          </a:bodyPr>
          <a:lstStyle/>
          <a:p>
            <a:r>
              <a:rPr lang="en-US" sz="2000" dirty="0">
                <a:solidFill>
                  <a:schemeClr val="bg1"/>
                </a:solidFill>
                <a:latin typeface="Tahoma"/>
                <a:ea typeface="+mn-lt"/>
                <a:cs typeface="+mn-lt"/>
              </a:rPr>
              <a:t>1. Lưu </a:t>
            </a:r>
            <a:r>
              <a:rPr lang="en-US" sz="2000" dirty="0" err="1">
                <a:solidFill>
                  <a:schemeClr val="bg1"/>
                </a:solidFill>
                <a:latin typeface="Tahoma"/>
                <a:ea typeface="+mn-lt"/>
                <a:cs typeface="+mn-lt"/>
              </a:rPr>
              <a:t>trữ</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dữ</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liệu</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trong</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chính</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nó</a:t>
            </a:r>
            <a:r>
              <a:rPr lang="en-US" sz="2000" dirty="0">
                <a:solidFill>
                  <a:schemeClr val="bg1"/>
                </a:solidFill>
                <a:latin typeface="Tahoma"/>
                <a:ea typeface="+mn-lt"/>
                <a:cs typeface="+mn-lt"/>
              </a:rPr>
              <a:t>.</a:t>
            </a:r>
          </a:p>
        </p:txBody>
      </p:sp>
      <p:sp>
        <p:nvSpPr>
          <p:cNvPr id="37" name="TextBox 36">
            <a:extLst>
              <a:ext uri="{FF2B5EF4-FFF2-40B4-BE49-F238E27FC236}">
                <a16:creationId xmlns:a16="http://schemas.microsoft.com/office/drawing/2014/main" id="{5E7D36E9-7548-EC0D-3BF9-92E8066904E5}"/>
              </a:ext>
            </a:extLst>
          </p:cNvPr>
          <p:cNvSpPr txBox="1"/>
          <p:nvPr/>
        </p:nvSpPr>
        <p:spPr>
          <a:xfrm>
            <a:off x="3536401" y="5370507"/>
            <a:ext cx="7935852" cy="707886"/>
          </a:xfrm>
          <a:prstGeom prst="rect">
            <a:avLst/>
          </a:prstGeom>
          <a:noFill/>
          <a:ln w="12700">
            <a:solidFill>
              <a:schemeClr val="bg1"/>
            </a:solidFill>
          </a:ln>
        </p:spPr>
        <p:txBody>
          <a:bodyPr wrap="square" lIns="91440" tIns="45720" rIns="91440" bIns="45720" anchor="t">
            <a:spAutoFit/>
          </a:bodyPr>
          <a:lstStyle/>
          <a:p>
            <a:r>
              <a:rPr lang="en-US" sz="2000" dirty="0">
                <a:solidFill>
                  <a:schemeClr val="bg1"/>
                </a:solidFill>
                <a:latin typeface="Tahoma"/>
                <a:ea typeface="+mn-lt"/>
                <a:cs typeface="+mn-lt"/>
              </a:rPr>
              <a:t>2. </a:t>
            </a:r>
            <a:r>
              <a:rPr lang="en-US" sz="2000" dirty="0" err="1">
                <a:solidFill>
                  <a:schemeClr val="bg1"/>
                </a:solidFill>
                <a:latin typeface="Tahoma"/>
                <a:ea typeface="+mn-lt"/>
                <a:cs typeface="+mn-lt"/>
              </a:rPr>
              <a:t>Dùng</a:t>
            </a:r>
            <a:r>
              <a:rPr lang="en-US" sz="2000" dirty="0">
                <a:solidFill>
                  <a:schemeClr val="bg1"/>
                </a:solidFill>
                <a:latin typeface="Tahoma"/>
                <a:ea typeface="+mn-lt"/>
                <a:cs typeface="+mn-lt"/>
              </a:rPr>
              <a:t> </a:t>
            </a:r>
            <a:r>
              <a:rPr lang="en-US" sz="2000" dirty="0" err="1">
                <a:solidFill>
                  <a:schemeClr val="bg1"/>
                </a:solidFill>
                <a:latin typeface="Tahoma"/>
                <a:ea typeface="Tahoma"/>
                <a:cs typeface="Tahoma"/>
              </a:rPr>
              <a:t>updateShouldNotify</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để</a:t>
            </a:r>
            <a:r>
              <a:rPr lang="en-US" sz="2000" dirty="0">
                <a:solidFill>
                  <a:schemeClr val="bg1"/>
                </a:solidFill>
                <a:latin typeface="Tahoma"/>
                <a:ea typeface="+mn-lt"/>
                <a:cs typeface="+mn-lt"/>
              </a:rPr>
              <a:t> </a:t>
            </a:r>
            <a:r>
              <a:rPr lang="en-US" sz="2000" b="1" dirty="0" err="1">
                <a:solidFill>
                  <a:schemeClr val="bg1"/>
                </a:solidFill>
                <a:latin typeface="Tahoma"/>
                <a:ea typeface="+mn-lt"/>
                <a:cs typeface="+mn-lt"/>
              </a:rPr>
              <a:t>quyết</a:t>
            </a:r>
            <a:r>
              <a:rPr lang="en-US" sz="2000" b="1" dirty="0">
                <a:solidFill>
                  <a:schemeClr val="bg1"/>
                </a:solidFill>
                <a:latin typeface="Tahoma"/>
                <a:ea typeface="+mn-lt"/>
                <a:cs typeface="+mn-lt"/>
              </a:rPr>
              <a:t> </a:t>
            </a:r>
            <a:r>
              <a:rPr lang="en-US" sz="2000" b="1" dirty="0" err="1">
                <a:solidFill>
                  <a:schemeClr val="bg1"/>
                </a:solidFill>
                <a:latin typeface="Tahoma"/>
                <a:ea typeface="+mn-lt"/>
                <a:cs typeface="+mn-lt"/>
              </a:rPr>
              <a:t>định</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khi</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nào</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cần</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thông</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báo</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thay</a:t>
            </a:r>
            <a:r>
              <a:rPr lang="en-US" sz="2000" dirty="0">
                <a:solidFill>
                  <a:schemeClr val="bg1"/>
                </a:solidFill>
                <a:latin typeface="Tahoma"/>
                <a:ea typeface="+mn-lt"/>
                <a:cs typeface="+mn-lt"/>
              </a:rPr>
              <a:t> </a:t>
            </a:r>
            <a:r>
              <a:rPr lang="en-US" sz="2000" dirty="0" err="1">
                <a:solidFill>
                  <a:schemeClr val="bg1"/>
                </a:solidFill>
                <a:latin typeface="Tahoma"/>
                <a:ea typeface="+mn-lt"/>
                <a:cs typeface="+mn-lt"/>
              </a:rPr>
              <a:t>đổi</a:t>
            </a:r>
            <a:r>
              <a:rPr lang="en-US" sz="2000" dirty="0">
                <a:solidFill>
                  <a:schemeClr val="bg1"/>
                </a:solidFill>
                <a:latin typeface="Tahoma"/>
                <a:ea typeface="+mn-lt"/>
                <a:cs typeface="+mn-lt"/>
              </a:rPr>
              <a:t>.</a:t>
            </a:r>
          </a:p>
        </p:txBody>
      </p:sp>
      <p:sp>
        <p:nvSpPr>
          <p:cNvPr id="45" name="TextBox 44">
            <a:extLst>
              <a:ext uri="{FF2B5EF4-FFF2-40B4-BE49-F238E27FC236}">
                <a16:creationId xmlns:a16="http://schemas.microsoft.com/office/drawing/2014/main" id="{EDBC5AE3-4626-7E90-56F7-26692DB363EB}"/>
              </a:ext>
            </a:extLst>
          </p:cNvPr>
          <p:cNvSpPr txBox="1"/>
          <p:nvPr/>
        </p:nvSpPr>
        <p:spPr>
          <a:xfrm>
            <a:off x="3532890" y="6079976"/>
            <a:ext cx="7940780" cy="707886"/>
          </a:xfrm>
          <a:prstGeom prst="rect">
            <a:avLst/>
          </a:prstGeom>
          <a:noFill/>
          <a:ln w="12700">
            <a:solidFill>
              <a:schemeClr val="bg1"/>
            </a:solidFill>
          </a:ln>
        </p:spPr>
        <p:txBody>
          <a:bodyPr wrap="square" lIns="91440" tIns="45720" rIns="91440" bIns="45720" anchor="t">
            <a:spAutoFit/>
          </a:bodyPr>
          <a:lstStyle/>
          <a:p>
            <a:r>
              <a:rPr lang="en-US" sz="2000" dirty="0">
                <a:solidFill>
                  <a:schemeClr val="bg1"/>
                </a:solidFill>
                <a:latin typeface="Tahoma"/>
                <a:ea typeface="+mn-lt"/>
                <a:cs typeface="+mn-lt"/>
              </a:rPr>
              <a:t>3. Khi </a:t>
            </a:r>
            <a:r>
              <a:rPr lang="en-US" sz="2000" err="1">
                <a:solidFill>
                  <a:schemeClr val="bg1"/>
                </a:solidFill>
                <a:latin typeface="Tahoma"/>
                <a:ea typeface="+mn-lt"/>
                <a:cs typeface="+mn-lt"/>
              </a:rPr>
              <a:t>dữ</a:t>
            </a:r>
            <a:r>
              <a:rPr lang="en-US" sz="2000" dirty="0">
                <a:solidFill>
                  <a:schemeClr val="bg1"/>
                </a:solidFill>
                <a:latin typeface="Tahoma"/>
                <a:ea typeface="+mn-lt"/>
                <a:cs typeface="+mn-lt"/>
              </a:rPr>
              <a:t> </a:t>
            </a:r>
            <a:r>
              <a:rPr lang="en-US" sz="2000" err="1">
                <a:solidFill>
                  <a:schemeClr val="bg1"/>
                </a:solidFill>
                <a:latin typeface="Tahoma"/>
                <a:ea typeface="+mn-lt"/>
                <a:cs typeface="+mn-lt"/>
              </a:rPr>
              <a:t>liệu</a:t>
            </a:r>
            <a:r>
              <a:rPr lang="en-US" sz="2000" dirty="0">
                <a:solidFill>
                  <a:schemeClr val="bg1"/>
                </a:solidFill>
                <a:latin typeface="Tahoma"/>
                <a:ea typeface="+mn-lt"/>
                <a:cs typeface="+mn-lt"/>
              </a:rPr>
              <a:t> </a:t>
            </a:r>
            <a:r>
              <a:rPr lang="en-US" sz="2000" err="1">
                <a:solidFill>
                  <a:schemeClr val="bg1"/>
                </a:solidFill>
                <a:latin typeface="Tahoma"/>
                <a:ea typeface="+mn-lt"/>
                <a:cs typeface="+mn-lt"/>
              </a:rPr>
              <a:t>thay</a:t>
            </a:r>
            <a:r>
              <a:rPr lang="en-US" sz="2000" dirty="0">
                <a:solidFill>
                  <a:schemeClr val="bg1"/>
                </a:solidFill>
                <a:latin typeface="Tahoma"/>
                <a:ea typeface="+mn-lt"/>
                <a:cs typeface="+mn-lt"/>
              </a:rPr>
              <a:t> </a:t>
            </a:r>
            <a:r>
              <a:rPr lang="en-US" sz="2000" err="1">
                <a:solidFill>
                  <a:schemeClr val="bg1"/>
                </a:solidFill>
                <a:latin typeface="Tahoma"/>
                <a:ea typeface="+mn-lt"/>
                <a:cs typeface="+mn-lt"/>
              </a:rPr>
              <a:t>đổi</a:t>
            </a:r>
            <a:r>
              <a:rPr lang="en-US" sz="2000" dirty="0">
                <a:solidFill>
                  <a:schemeClr val="bg1"/>
                </a:solidFill>
                <a:latin typeface="Tahoma"/>
                <a:ea typeface="+mn-lt"/>
                <a:cs typeface="+mn-lt"/>
              </a:rPr>
              <a:t>, </a:t>
            </a:r>
            <a:r>
              <a:rPr lang="en-US" sz="2000" err="1">
                <a:solidFill>
                  <a:schemeClr val="bg1"/>
                </a:solidFill>
                <a:latin typeface="Tahoma"/>
                <a:ea typeface="+mn-lt"/>
                <a:cs typeface="+mn-lt"/>
              </a:rPr>
              <a:t>nó</a:t>
            </a:r>
            <a:r>
              <a:rPr lang="en-US" sz="2000" dirty="0">
                <a:solidFill>
                  <a:schemeClr val="bg1"/>
                </a:solidFill>
                <a:latin typeface="Tahoma"/>
                <a:ea typeface="+mn-lt"/>
                <a:cs typeface="+mn-lt"/>
              </a:rPr>
              <a:t> </a:t>
            </a:r>
            <a:r>
              <a:rPr lang="en-US" sz="2000" err="1">
                <a:solidFill>
                  <a:schemeClr val="bg1"/>
                </a:solidFill>
                <a:latin typeface="Tahoma"/>
                <a:ea typeface="+mn-lt"/>
                <a:cs typeface="+mn-lt"/>
              </a:rPr>
              <a:t>sẽ</a:t>
            </a:r>
            <a:r>
              <a:rPr lang="en-US" sz="2000" dirty="0">
                <a:solidFill>
                  <a:schemeClr val="bg1"/>
                </a:solidFill>
                <a:latin typeface="Tahoma"/>
                <a:ea typeface="+mn-lt"/>
                <a:cs typeface="+mn-lt"/>
              </a:rPr>
              <a:t> </a:t>
            </a:r>
            <a:r>
              <a:rPr lang="en-US" sz="2000" err="1">
                <a:solidFill>
                  <a:schemeClr val="bg1"/>
                </a:solidFill>
                <a:latin typeface="Tahoma"/>
                <a:ea typeface="+mn-lt"/>
                <a:cs typeface="+mn-lt"/>
              </a:rPr>
              <a:t>gọi</a:t>
            </a:r>
            <a:r>
              <a:rPr lang="en-US" sz="2000" dirty="0">
                <a:solidFill>
                  <a:schemeClr val="bg1"/>
                </a:solidFill>
                <a:latin typeface="Tahoma"/>
                <a:ea typeface="+mn-lt"/>
                <a:cs typeface="+mn-lt"/>
              </a:rPr>
              <a:t> </a:t>
            </a:r>
            <a:r>
              <a:rPr lang="en-US" sz="2000" err="1">
                <a:solidFill>
                  <a:schemeClr val="bg1"/>
                </a:solidFill>
                <a:latin typeface="Tahoma"/>
                <a:ea typeface="+mn-lt"/>
                <a:cs typeface="+mn-lt"/>
              </a:rPr>
              <a:t>notifyClients</a:t>
            </a:r>
            <a:r>
              <a:rPr lang="en-US" sz="2000" dirty="0">
                <a:solidFill>
                  <a:schemeClr val="bg1"/>
                </a:solidFill>
                <a:latin typeface="Tahoma"/>
                <a:ea typeface="+mn-lt"/>
                <a:cs typeface="+mn-lt"/>
              </a:rPr>
              <a:t> </a:t>
            </a:r>
            <a:r>
              <a:rPr lang="en-US" sz="2000" err="1">
                <a:solidFill>
                  <a:schemeClr val="bg1"/>
                </a:solidFill>
                <a:latin typeface="Tahoma"/>
                <a:ea typeface="+mn-lt"/>
                <a:cs typeface="+mn-lt"/>
              </a:rPr>
              <a:t>để</a:t>
            </a:r>
            <a:r>
              <a:rPr lang="en-US" sz="2000" dirty="0">
                <a:solidFill>
                  <a:schemeClr val="bg1"/>
                </a:solidFill>
                <a:latin typeface="Tahoma"/>
                <a:ea typeface="+mn-lt"/>
                <a:cs typeface="+mn-lt"/>
              </a:rPr>
              <a:t> </a:t>
            </a:r>
            <a:r>
              <a:rPr lang="en-US" sz="2000" b="1" err="1">
                <a:solidFill>
                  <a:schemeClr val="bg1"/>
                </a:solidFill>
                <a:latin typeface="Tahoma"/>
                <a:ea typeface="+mn-lt"/>
                <a:cs typeface="+mn-lt"/>
              </a:rPr>
              <a:t>thông</a:t>
            </a:r>
            <a:r>
              <a:rPr lang="en-US" sz="2000" b="1" dirty="0">
                <a:solidFill>
                  <a:schemeClr val="bg1"/>
                </a:solidFill>
                <a:latin typeface="Tahoma"/>
                <a:ea typeface="+mn-lt"/>
                <a:cs typeface="+mn-lt"/>
              </a:rPr>
              <a:t> </a:t>
            </a:r>
            <a:r>
              <a:rPr lang="en-US" sz="2000" b="1" err="1">
                <a:solidFill>
                  <a:schemeClr val="bg1"/>
                </a:solidFill>
                <a:latin typeface="Tahoma"/>
                <a:ea typeface="+mn-lt"/>
                <a:cs typeface="+mn-lt"/>
              </a:rPr>
              <a:t>báo</a:t>
            </a:r>
            <a:r>
              <a:rPr lang="en-US" sz="2000" dirty="0">
                <a:solidFill>
                  <a:schemeClr val="bg1"/>
                </a:solidFill>
                <a:latin typeface="Tahoma"/>
                <a:ea typeface="+mn-lt"/>
                <a:cs typeface="+mn-lt"/>
              </a:rPr>
              <a:t> </a:t>
            </a:r>
            <a:r>
              <a:rPr lang="en-US" sz="2000" err="1">
                <a:solidFill>
                  <a:schemeClr val="bg1"/>
                </a:solidFill>
                <a:latin typeface="Tahoma"/>
                <a:ea typeface="+mn-lt"/>
                <a:cs typeface="+mn-lt"/>
              </a:rPr>
              <a:t>cho</a:t>
            </a:r>
            <a:r>
              <a:rPr lang="en-US" sz="2000" dirty="0">
                <a:solidFill>
                  <a:schemeClr val="bg1"/>
                </a:solidFill>
                <a:latin typeface="Tahoma"/>
                <a:ea typeface="+mn-lt"/>
                <a:cs typeface="+mn-lt"/>
              </a:rPr>
              <a:t> </a:t>
            </a:r>
            <a:r>
              <a:rPr lang="en-US" sz="2000" err="1">
                <a:solidFill>
                  <a:schemeClr val="bg1"/>
                </a:solidFill>
                <a:latin typeface="Tahoma"/>
                <a:ea typeface="+mn-lt"/>
                <a:cs typeface="+mn-lt"/>
              </a:rPr>
              <a:t>các</a:t>
            </a:r>
            <a:r>
              <a:rPr lang="en-US" sz="2000" dirty="0">
                <a:solidFill>
                  <a:schemeClr val="bg1"/>
                </a:solidFill>
                <a:latin typeface="Tahoma"/>
                <a:ea typeface="+mn-lt"/>
                <a:cs typeface="+mn-lt"/>
              </a:rPr>
              <a:t> widget con </a:t>
            </a:r>
            <a:r>
              <a:rPr lang="en-US" sz="2000" err="1">
                <a:solidFill>
                  <a:schemeClr val="bg1"/>
                </a:solidFill>
                <a:latin typeface="Tahoma"/>
                <a:ea typeface="+mn-lt"/>
                <a:cs typeface="+mn-lt"/>
              </a:rPr>
              <a:t>cháu</a:t>
            </a:r>
            <a:r>
              <a:rPr lang="en-US" sz="2000" dirty="0">
                <a:solidFill>
                  <a:schemeClr val="bg1"/>
                </a:solidFill>
                <a:latin typeface="Tahoma"/>
                <a:ea typeface="+mn-lt"/>
                <a:cs typeface="+mn-lt"/>
              </a:rPr>
              <a:t>.</a:t>
            </a:r>
            <a:endParaRPr lang="en-US" sz="2000">
              <a:solidFill>
                <a:schemeClr val="bg1"/>
              </a:solidFill>
              <a:latin typeface="Tahoma"/>
              <a:ea typeface="Tahoma"/>
              <a:cs typeface="Tahoma"/>
            </a:endParaRPr>
          </a:p>
        </p:txBody>
      </p:sp>
      <p:sp>
        <p:nvSpPr>
          <p:cNvPr id="46" name="TextBox 45">
            <a:extLst>
              <a:ext uri="{FF2B5EF4-FFF2-40B4-BE49-F238E27FC236}">
                <a16:creationId xmlns:a16="http://schemas.microsoft.com/office/drawing/2014/main" id="{93B73A0E-EB67-4863-304F-11D9113C3355}"/>
              </a:ext>
            </a:extLst>
          </p:cNvPr>
          <p:cNvSpPr txBox="1"/>
          <p:nvPr/>
        </p:nvSpPr>
        <p:spPr>
          <a:xfrm>
            <a:off x="698394" y="1350069"/>
            <a:ext cx="7623460" cy="523220"/>
          </a:xfrm>
          <a:prstGeom prst="rect">
            <a:avLst/>
          </a:prstGeom>
          <a:noFill/>
        </p:spPr>
        <p:txBody>
          <a:bodyPr wrap="square" lIns="91440" tIns="45720" rIns="91440" bIns="45720" rtlCol="0" anchor="t">
            <a:spAutoFit/>
          </a:bodyPr>
          <a:lstStyle/>
          <a:p>
            <a:pPr algn="ctr"/>
            <a:r>
              <a:rPr lang="en-US" sz="2800" b="1" dirty="0" err="1">
                <a:solidFill>
                  <a:schemeClr val="bg1"/>
                </a:solidFill>
                <a:latin typeface="Tahoma"/>
                <a:ea typeface="Tahoma"/>
                <a:cs typeface="Tahoma"/>
              </a:rPr>
              <a:t>InheritedWidget</a:t>
            </a:r>
            <a:r>
              <a:rPr lang="en-US" sz="2800" b="1" dirty="0">
                <a:solidFill>
                  <a:schemeClr val="bg1"/>
                </a:solidFill>
                <a:latin typeface="Tahoma"/>
                <a:ea typeface="Tahoma"/>
                <a:cs typeface="Tahoma"/>
              </a:rPr>
              <a:t> (</a:t>
            </a:r>
            <a:r>
              <a:rPr lang="en-US" sz="2800" b="1" dirty="0" err="1">
                <a:solidFill>
                  <a:schemeClr val="bg1"/>
                </a:solidFill>
                <a:latin typeface="Tahoma"/>
                <a:ea typeface="Tahoma"/>
                <a:cs typeface="Tahoma"/>
              </a:rPr>
              <a:t>nền</a:t>
            </a:r>
            <a:r>
              <a:rPr lang="en-US" sz="2800" b="1" dirty="0">
                <a:solidFill>
                  <a:schemeClr val="bg1"/>
                </a:solidFill>
                <a:latin typeface="Tahoma"/>
                <a:ea typeface="Tahoma"/>
                <a:cs typeface="Tahoma"/>
              </a:rPr>
              <a:t> </a:t>
            </a:r>
            <a:r>
              <a:rPr lang="en-US" sz="2800" b="1" dirty="0" err="1">
                <a:solidFill>
                  <a:schemeClr val="bg1"/>
                </a:solidFill>
                <a:latin typeface="Tahoma"/>
                <a:ea typeface="Tahoma"/>
                <a:cs typeface="Tahoma"/>
              </a:rPr>
              <a:t>tảng</a:t>
            </a:r>
            <a:r>
              <a:rPr lang="en-US" sz="2800" b="1" dirty="0">
                <a:solidFill>
                  <a:schemeClr val="bg1"/>
                </a:solidFill>
                <a:latin typeface="Tahoma"/>
                <a:ea typeface="Tahoma"/>
                <a:cs typeface="Tahoma"/>
              </a:rPr>
              <a:t> </a:t>
            </a:r>
            <a:r>
              <a:rPr lang="en-US" sz="2800" b="1" dirty="0" err="1">
                <a:solidFill>
                  <a:schemeClr val="bg1"/>
                </a:solidFill>
                <a:latin typeface="Tahoma"/>
                <a:ea typeface="Tahoma"/>
                <a:cs typeface="Tahoma"/>
              </a:rPr>
              <a:t>của</a:t>
            </a:r>
            <a:r>
              <a:rPr lang="en-US" sz="2800" b="1" dirty="0">
                <a:solidFill>
                  <a:schemeClr val="bg1"/>
                </a:solidFill>
                <a:latin typeface="Tahoma"/>
                <a:ea typeface="Tahoma"/>
                <a:cs typeface="Tahoma"/>
              </a:rPr>
              <a:t> provider)</a:t>
            </a:r>
            <a:endParaRPr lang="en-US" dirty="0">
              <a:solidFill>
                <a:schemeClr val="bg1"/>
              </a:solidFill>
            </a:endParaRPr>
          </a:p>
        </p:txBody>
      </p:sp>
      <p:pic>
        <p:nvPicPr>
          <p:cNvPr id="2" name="Picture 1" descr="A diagram of a data flow&#10;&#10;AI-generated content may be incorrect.">
            <a:extLst>
              <a:ext uri="{FF2B5EF4-FFF2-40B4-BE49-F238E27FC236}">
                <a16:creationId xmlns:a16="http://schemas.microsoft.com/office/drawing/2014/main" id="{B6AC1CAD-4571-17D8-9E6A-E1465F1C623A}"/>
              </a:ext>
            </a:extLst>
          </p:cNvPr>
          <p:cNvPicPr>
            <a:picLocks noChangeAspect="1"/>
          </p:cNvPicPr>
          <p:nvPr/>
        </p:nvPicPr>
        <p:blipFill>
          <a:blip r:embed="rId3"/>
          <a:stretch>
            <a:fillRect/>
          </a:stretch>
        </p:blipFill>
        <p:spPr>
          <a:xfrm>
            <a:off x="7197948" y="1940216"/>
            <a:ext cx="4053089" cy="2848780"/>
          </a:xfrm>
          <a:prstGeom prst="rect">
            <a:avLst/>
          </a:prstGeom>
        </p:spPr>
      </p:pic>
    </p:spTree>
    <p:extLst>
      <p:ext uri="{BB962C8B-B14F-4D97-AF65-F5344CB8AC3E}">
        <p14:creationId xmlns:p14="http://schemas.microsoft.com/office/powerpoint/2010/main" val="22671085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up)">
                                      <p:cBhvr>
                                        <p:cTn id="14" dur="500"/>
                                        <p:tgtEl>
                                          <p:spTgt spid="15"/>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up)">
                                      <p:cBhvr>
                                        <p:cTn id="20" dur="500"/>
                                        <p:tgtEl>
                                          <p:spTgt spid="24"/>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wipe(up)">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wipe(up)">
                                      <p:cBhvr>
                                        <p:cTn id="29" dur="500"/>
                                        <p:tgtEl>
                                          <p:spTgt spid="33"/>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up)">
                                      <p:cBhvr>
                                        <p:cTn id="32" dur="500"/>
                                        <p:tgtEl>
                                          <p:spTgt spid="35"/>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wipe(up)">
                                      <p:cBhvr>
                                        <p:cTn id="35" dur="500"/>
                                        <p:tgtEl>
                                          <p:spTgt spid="37"/>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wipe(up)">
                                      <p:cBhvr>
                                        <p:cTn id="38" dur="500"/>
                                        <p:tgtEl>
                                          <p:spTgt spid="45"/>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up)">
                                      <p:cBhvr>
                                        <p:cTn id="4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17" grpId="0" animBg="1"/>
      <p:bldP spid="15" grpId="0" animBg="1"/>
      <p:bldP spid="11" grpId="0" animBg="1"/>
      <p:bldP spid="24" grpId="0"/>
      <p:bldP spid="31" grpId="0" animBg="1"/>
      <p:bldP spid="33" grpId="0"/>
      <p:bldP spid="35" grpId="0" animBg="1"/>
      <p:bldP spid="37" grpId="0" animBg="1"/>
      <p:bldP spid="45" grpId="0" animBg="1"/>
      <p:bldP spid="4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6000">
              <a:schemeClr val="tx1"/>
            </a:gs>
            <a:gs pos="2000">
              <a:schemeClr val="bg1"/>
            </a:gs>
            <a:gs pos="11000">
              <a:schemeClr val="bg1"/>
            </a:gs>
          </a:gsLst>
          <a:lin ang="2400000" scaled="0"/>
          <a:tileRect/>
        </a:gradFill>
        <a:effectLst/>
      </p:bgPr>
    </p:bg>
    <p:spTree>
      <p:nvGrpSpPr>
        <p:cNvPr id="1" name="">
          <a:extLst>
            <a:ext uri="{FF2B5EF4-FFF2-40B4-BE49-F238E27FC236}">
              <a16:creationId xmlns:a16="http://schemas.microsoft.com/office/drawing/2014/main" id="{FC219DED-2A60-F852-340B-F3FEB8366350}"/>
            </a:ext>
          </a:extLst>
        </p:cNvPr>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5D15DD5D-52BA-0B00-653F-52F230D58152}"/>
              </a:ext>
            </a:extLst>
          </p:cNvPr>
          <p:cNvSpPr/>
          <p:nvPr/>
        </p:nvSpPr>
        <p:spPr>
          <a:xfrm>
            <a:off x="8024274" y="3620018"/>
            <a:ext cx="3960136" cy="1621368"/>
          </a:xfrm>
          <a:prstGeom prst="roundRect">
            <a:avLst>
              <a:gd name="adj" fmla="val 10969"/>
            </a:avLst>
          </a:prstGeom>
          <a:solidFill>
            <a:schemeClr val="bg2">
              <a:lumMod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23345865-95FB-441A-F336-058FD4F8F83B}"/>
              </a:ext>
            </a:extLst>
          </p:cNvPr>
          <p:cNvSpPr/>
          <p:nvPr/>
        </p:nvSpPr>
        <p:spPr>
          <a:xfrm>
            <a:off x="946330" y="2796065"/>
            <a:ext cx="7166726" cy="3275710"/>
          </a:xfrm>
          <a:prstGeom prst="roundRect">
            <a:avLst>
              <a:gd name="adj" fmla="val 13408"/>
            </a:avLst>
          </a:prstGeom>
          <a:solidFill>
            <a:schemeClr val="bg2">
              <a:lumMod val="25000"/>
            </a:schemeClr>
          </a:solidFill>
          <a:ln>
            <a:solidFill>
              <a:schemeClr val="tx1"/>
            </a:solidFill>
          </a:ln>
          <a:effectLst>
            <a:outerShdw blurRad="63500" dist="38100" dir="2154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D0DE6E4-3AD4-50D2-CA3C-A4446C19E904}"/>
              </a:ext>
            </a:extLst>
          </p:cNvPr>
          <p:cNvSpPr txBox="1"/>
          <p:nvPr/>
        </p:nvSpPr>
        <p:spPr>
          <a:xfrm>
            <a:off x="731672" y="531611"/>
            <a:ext cx="8987692" cy="584775"/>
          </a:xfrm>
          <a:prstGeom prst="rect">
            <a:avLst/>
          </a:prstGeom>
          <a:noFill/>
          <a:ln>
            <a:noFill/>
          </a:ln>
        </p:spPr>
        <p:txBody>
          <a:bodyPr wrap="square" lIns="91440" tIns="45720" rIns="91440" bIns="45720" anchor="t">
            <a:spAutoFit/>
          </a:bodyPr>
          <a:lstStyle/>
          <a:p>
            <a:r>
              <a:rPr lang="en-US" sz="3200" b="1" dirty="0" err="1">
                <a:ln w="25400" cap="sq">
                  <a:noFill/>
                  <a:miter lim="800000"/>
                </a:ln>
                <a:effectLst>
                  <a:glow rad="177800">
                    <a:schemeClr val="bg1">
                      <a:alpha val="86000"/>
                    </a:schemeClr>
                  </a:glow>
                </a:effectLst>
                <a:latin typeface="Tahoma"/>
                <a:ea typeface="Tahoma"/>
                <a:cs typeface="Tahoma"/>
              </a:rPr>
              <a:t>Tạo</a:t>
            </a:r>
            <a:r>
              <a:rPr lang="en-US" sz="3200" b="1" dirty="0">
                <a:ln w="25400" cap="sq">
                  <a:noFill/>
                  <a:miter lim="800000"/>
                </a:ln>
                <a:effectLst>
                  <a:glow rad="177800">
                    <a:schemeClr val="bg1">
                      <a:alpha val="86000"/>
                    </a:schemeClr>
                  </a:glow>
                </a:effectLst>
                <a:latin typeface="Tahoma"/>
                <a:ea typeface="Tahoma"/>
                <a:cs typeface="Tahoma"/>
              </a:rPr>
              <a:t> custom </a:t>
            </a:r>
            <a:r>
              <a:rPr lang="en-US" sz="3200" b="1" dirty="0" err="1">
                <a:ln w="25400" cap="sq">
                  <a:noFill/>
                  <a:miter lim="800000"/>
                </a:ln>
                <a:effectLst>
                  <a:glow rad="177800">
                    <a:schemeClr val="bg1">
                      <a:alpha val="86000"/>
                    </a:schemeClr>
                  </a:glow>
                </a:effectLst>
                <a:latin typeface="Tahoma"/>
                <a:ea typeface="Tahoma"/>
                <a:cs typeface="Tahoma"/>
              </a:rPr>
              <a:t>InheritedWidget</a:t>
            </a:r>
            <a:endParaRPr lang="en-US" dirty="0" err="1"/>
          </a:p>
        </p:txBody>
      </p:sp>
      <p:cxnSp>
        <p:nvCxnSpPr>
          <p:cNvPr id="8" name="Straight Connector 7">
            <a:extLst>
              <a:ext uri="{FF2B5EF4-FFF2-40B4-BE49-F238E27FC236}">
                <a16:creationId xmlns:a16="http://schemas.microsoft.com/office/drawing/2014/main" id="{2FF4CA94-3B24-2132-3D88-5617577471AA}"/>
              </a:ext>
            </a:extLst>
          </p:cNvPr>
          <p:cNvCxnSpPr>
            <a:cxnSpLocks/>
          </p:cNvCxnSpPr>
          <p:nvPr/>
        </p:nvCxnSpPr>
        <p:spPr>
          <a:xfrm>
            <a:off x="129945" y="1125413"/>
            <a:ext cx="6615989" cy="10732"/>
          </a:xfrm>
          <a:prstGeom prst="line">
            <a:avLst/>
          </a:prstGeom>
          <a:ln w="635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Diagonal Corners Rounded 10">
            <a:extLst>
              <a:ext uri="{FF2B5EF4-FFF2-40B4-BE49-F238E27FC236}">
                <a16:creationId xmlns:a16="http://schemas.microsoft.com/office/drawing/2014/main" id="{E8B57A52-C316-24C1-BBA9-55A35F654B95}"/>
              </a:ext>
            </a:extLst>
          </p:cNvPr>
          <p:cNvSpPr/>
          <p:nvPr/>
        </p:nvSpPr>
        <p:spPr>
          <a:xfrm>
            <a:off x="857825" y="1110801"/>
            <a:ext cx="9924903" cy="1998485"/>
          </a:xfrm>
          <a:prstGeom prst="round2DiagRect">
            <a:avLst>
              <a:gd name="adj1" fmla="val 0"/>
              <a:gd name="adj2" fmla="val 50000"/>
            </a:avLst>
          </a:prstGeom>
          <a:solidFill>
            <a:schemeClr val="bg2">
              <a:lumMod val="1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latin typeface="Tahoma" panose="020B0604030504040204" pitchFamily="34" charset="0"/>
              <a:ea typeface="Tahoma" panose="020B0604030504040204" pitchFamily="34" charset="0"/>
              <a:cs typeface="Tahoma" panose="020B0604030504040204" pitchFamily="34" charset="0"/>
            </a:endParaRPr>
          </a:p>
        </p:txBody>
      </p:sp>
      <p:sp>
        <p:nvSpPr>
          <p:cNvPr id="3" name="TextBox 2">
            <a:extLst>
              <a:ext uri="{FF2B5EF4-FFF2-40B4-BE49-F238E27FC236}">
                <a16:creationId xmlns:a16="http://schemas.microsoft.com/office/drawing/2014/main" id="{4E4545AA-516A-A399-E697-25DF6A283F49}"/>
              </a:ext>
            </a:extLst>
          </p:cNvPr>
          <p:cNvSpPr txBox="1"/>
          <p:nvPr/>
        </p:nvSpPr>
        <p:spPr>
          <a:xfrm>
            <a:off x="1292828" y="1412289"/>
            <a:ext cx="9054898" cy="1384995"/>
          </a:xfrm>
          <a:prstGeom prst="rect">
            <a:avLst/>
          </a:prstGeom>
          <a:noFill/>
        </p:spPr>
        <p:txBody>
          <a:bodyPr wrap="square" lIns="91440" tIns="45720" rIns="91440" bIns="45720" anchor="t">
            <a:spAutoFit/>
          </a:bodyPr>
          <a:lstStyle/>
          <a:p>
            <a:pPr algn="ctr"/>
            <a:r>
              <a:rPr lang="en-US" sz="2800" b="1" dirty="0" err="1">
                <a:solidFill>
                  <a:schemeClr val="bg1"/>
                </a:solidFill>
                <a:latin typeface="Tahoma"/>
                <a:ea typeface="Tahoma"/>
                <a:cs typeface="Tahoma"/>
              </a:rPr>
              <a:t>Mục</a:t>
            </a:r>
            <a:r>
              <a:rPr lang="en-US" sz="2800" b="1" dirty="0">
                <a:solidFill>
                  <a:schemeClr val="bg1"/>
                </a:solidFill>
                <a:latin typeface="Tahoma"/>
                <a:ea typeface="Tahoma"/>
                <a:cs typeface="Tahoma"/>
              </a:rPr>
              <a:t> </a:t>
            </a:r>
            <a:r>
              <a:rPr lang="en-US" sz="2800" b="1" dirty="0" err="1">
                <a:solidFill>
                  <a:schemeClr val="bg1"/>
                </a:solidFill>
                <a:latin typeface="Tahoma"/>
                <a:ea typeface="Tahoma"/>
                <a:cs typeface="Tahoma"/>
              </a:rPr>
              <a:t>tiêu</a:t>
            </a:r>
            <a:r>
              <a:rPr lang="en-US" sz="2800" b="1" dirty="0">
                <a:solidFill>
                  <a:schemeClr val="bg1"/>
                </a:solidFill>
                <a:latin typeface="Tahoma"/>
                <a:ea typeface="Tahoma"/>
                <a:cs typeface="Tahoma"/>
              </a:rPr>
              <a:t>: </a:t>
            </a:r>
            <a:r>
              <a:rPr lang="en-US" sz="2800" dirty="0" err="1">
                <a:solidFill>
                  <a:schemeClr val="bg1"/>
                </a:solidFill>
                <a:latin typeface="Tahoma"/>
                <a:ea typeface="+mn-lt"/>
                <a:cs typeface="+mn-lt"/>
              </a:rPr>
              <a:t>biến</a:t>
            </a:r>
            <a:r>
              <a:rPr lang="en-US" sz="2800" dirty="0">
                <a:solidFill>
                  <a:schemeClr val="bg1"/>
                </a:solidFill>
                <a:latin typeface="Tahoma"/>
                <a:ea typeface="+mn-lt"/>
                <a:cs typeface="+mn-lt"/>
              </a:rPr>
              <a:t> </a:t>
            </a:r>
            <a:r>
              <a:rPr lang="en-US" sz="2800" dirty="0" err="1">
                <a:solidFill>
                  <a:schemeClr val="bg1"/>
                </a:solidFill>
                <a:latin typeface="Tahoma"/>
                <a:ea typeface="+mn-lt"/>
                <a:cs typeface="+mn-lt"/>
              </a:rPr>
              <a:t>một</a:t>
            </a:r>
            <a:r>
              <a:rPr lang="en-US" sz="2800" dirty="0">
                <a:solidFill>
                  <a:schemeClr val="bg1"/>
                </a:solidFill>
                <a:latin typeface="Tahoma"/>
                <a:ea typeface="+mn-lt"/>
                <a:cs typeface="+mn-lt"/>
              </a:rPr>
              <a:t> Widget </a:t>
            </a:r>
            <a:r>
              <a:rPr lang="en-US" sz="2800" dirty="0" err="1">
                <a:solidFill>
                  <a:schemeClr val="bg1"/>
                </a:solidFill>
                <a:latin typeface="Tahoma"/>
                <a:ea typeface="+mn-lt"/>
                <a:cs typeface="+mn-lt"/>
              </a:rPr>
              <a:t>đơn</a:t>
            </a:r>
            <a:r>
              <a:rPr lang="en-US" sz="2800" dirty="0">
                <a:solidFill>
                  <a:schemeClr val="bg1"/>
                </a:solidFill>
                <a:latin typeface="Tahoma"/>
                <a:ea typeface="+mn-lt"/>
                <a:cs typeface="+mn-lt"/>
              </a:rPr>
              <a:t> </a:t>
            </a:r>
            <a:r>
              <a:rPr lang="en-US" sz="2800" dirty="0" err="1">
                <a:solidFill>
                  <a:schemeClr val="bg1"/>
                </a:solidFill>
                <a:latin typeface="Tahoma"/>
                <a:ea typeface="+mn-lt"/>
                <a:cs typeface="+mn-lt"/>
              </a:rPr>
              <a:t>giản</a:t>
            </a:r>
            <a:r>
              <a:rPr lang="en-US" sz="2800" dirty="0">
                <a:solidFill>
                  <a:schemeClr val="bg1"/>
                </a:solidFill>
                <a:latin typeface="Tahoma"/>
                <a:ea typeface="+mn-lt"/>
                <a:cs typeface="+mn-lt"/>
              </a:rPr>
              <a:t> </a:t>
            </a:r>
            <a:r>
              <a:rPr lang="en-US" sz="2800" dirty="0" err="1">
                <a:solidFill>
                  <a:schemeClr val="bg1"/>
                </a:solidFill>
                <a:latin typeface="Tahoma"/>
                <a:ea typeface="+mn-lt"/>
                <a:cs typeface="+mn-lt"/>
              </a:rPr>
              <a:t>thành</a:t>
            </a:r>
            <a:r>
              <a:rPr lang="en-US" sz="2800" dirty="0">
                <a:solidFill>
                  <a:schemeClr val="bg1"/>
                </a:solidFill>
                <a:latin typeface="Tahoma"/>
                <a:ea typeface="+mn-lt"/>
                <a:cs typeface="+mn-lt"/>
              </a:rPr>
              <a:t> </a:t>
            </a:r>
            <a:r>
              <a:rPr lang="en-US" sz="2800" b="1" dirty="0">
                <a:solidFill>
                  <a:schemeClr val="bg1"/>
                </a:solidFill>
                <a:latin typeface="Tahoma"/>
                <a:ea typeface="+mn-lt"/>
                <a:cs typeface="+mn-lt"/>
              </a:rPr>
              <a:t>Provider</a:t>
            </a:r>
            <a:r>
              <a:rPr lang="en-US" sz="2800" dirty="0">
                <a:solidFill>
                  <a:schemeClr val="bg1"/>
                </a:solidFill>
                <a:latin typeface="Tahoma"/>
                <a:ea typeface="+mn-lt"/>
                <a:cs typeface="+mn-lt"/>
              </a:rPr>
              <a:t> </a:t>
            </a:r>
            <a:r>
              <a:rPr lang="en-US" sz="2800" dirty="0" err="1">
                <a:solidFill>
                  <a:schemeClr val="bg1"/>
                </a:solidFill>
                <a:latin typeface="Tahoma"/>
                <a:ea typeface="+mn-lt"/>
                <a:cs typeface="+mn-lt"/>
              </a:rPr>
              <a:t>cung</a:t>
            </a:r>
            <a:r>
              <a:rPr lang="en-US" sz="2800" dirty="0">
                <a:solidFill>
                  <a:schemeClr val="bg1"/>
                </a:solidFill>
                <a:latin typeface="Tahoma"/>
                <a:ea typeface="+mn-lt"/>
                <a:cs typeface="+mn-lt"/>
              </a:rPr>
              <a:t> </a:t>
            </a:r>
            <a:r>
              <a:rPr lang="en-US" sz="2800" dirty="0" err="1">
                <a:solidFill>
                  <a:schemeClr val="bg1"/>
                </a:solidFill>
                <a:latin typeface="Tahoma"/>
                <a:ea typeface="+mn-lt"/>
                <a:cs typeface="+mn-lt"/>
              </a:rPr>
              <a:t>cấp</a:t>
            </a:r>
            <a:r>
              <a:rPr lang="en-US" sz="2800" b="1" dirty="0">
                <a:solidFill>
                  <a:schemeClr val="bg1"/>
                </a:solidFill>
                <a:latin typeface="Tahoma"/>
                <a:ea typeface="+mn-lt"/>
                <a:cs typeface="+mn-lt"/>
              </a:rPr>
              <a:t> </a:t>
            </a:r>
            <a:r>
              <a:rPr lang="en-US" sz="2800" dirty="0" err="1">
                <a:solidFill>
                  <a:schemeClr val="bg1"/>
                </a:solidFill>
                <a:latin typeface="Tahoma"/>
                <a:ea typeface="+mn-lt"/>
                <a:cs typeface="+mn-lt"/>
              </a:rPr>
              <a:t>dữ</a:t>
            </a:r>
            <a:r>
              <a:rPr lang="en-US" sz="2800" dirty="0">
                <a:solidFill>
                  <a:schemeClr val="bg1"/>
                </a:solidFill>
                <a:latin typeface="Tahoma"/>
                <a:ea typeface="+mn-lt"/>
                <a:cs typeface="+mn-lt"/>
              </a:rPr>
              <a:t> </a:t>
            </a:r>
            <a:r>
              <a:rPr lang="en-US" sz="2800" dirty="0" err="1">
                <a:solidFill>
                  <a:schemeClr val="bg1"/>
                </a:solidFill>
                <a:latin typeface="Tahoma"/>
                <a:ea typeface="+mn-lt"/>
                <a:cs typeface="+mn-lt"/>
              </a:rPr>
              <a:t>liệu</a:t>
            </a:r>
            <a:r>
              <a:rPr lang="en-US" sz="2800" dirty="0">
                <a:solidFill>
                  <a:schemeClr val="bg1"/>
                </a:solidFill>
                <a:latin typeface="Tahoma"/>
                <a:ea typeface="+mn-lt"/>
                <a:cs typeface="+mn-lt"/>
              </a:rPr>
              <a:t>(state) </a:t>
            </a:r>
            <a:r>
              <a:rPr lang="en-US" sz="2800" dirty="0" err="1">
                <a:solidFill>
                  <a:schemeClr val="bg1"/>
                </a:solidFill>
                <a:latin typeface="Tahoma"/>
                <a:ea typeface="+mn-lt"/>
                <a:cs typeface="+mn-lt"/>
              </a:rPr>
              <a:t>cho</a:t>
            </a:r>
            <a:r>
              <a:rPr lang="en-US" sz="2800" dirty="0">
                <a:solidFill>
                  <a:schemeClr val="bg1"/>
                </a:solidFill>
                <a:latin typeface="Tahoma"/>
                <a:ea typeface="+mn-lt"/>
                <a:cs typeface="+mn-lt"/>
              </a:rPr>
              <a:t> </a:t>
            </a:r>
            <a:r>
              <a:rPr lang="en-US" sz="2800" dirty="0" err="1">
                <a:solidFill>
                  <a:schemeClr val="bg1"/>
                </a:solidFill>
                <a:latin typeface="Tahoma"/>
                <a:ea typeface="+mn-lt"/>
                <a:cs typeface="+mn-lt"/>
              </a:rPr>
              <a:t>các</a:t>
            </a:r>
            <a:r>
              <a:rPr lang="en-US" sz="2800" dirty="0">
                <a:solidFill>
                  <a:schemeClr val="bg1"/>
                </a:solidFill>
                <a:latin typeface="Tahoma"/>
                <a:ea typeface="+mn-lt"/>
                <a:cs typeface="+mn-lt"/>
              </a:rPr>
              <a:t> Widget con </a:t>
            </a:r>
            <a:r>
              <a:rPr lang="en-US" sz="2800" dirty="0" err="1">
                <a:solidFill>
                  <a:schemeClr val="bg1"/>
                </a:solidFill>
                <a:latin typeface="Tahoma"/>
                <a:ea typeface="+mn-lt"/>
                <a:cs typeface="+mn-lt"/>
              </a:rPr>
              <a:t>cháu</a:t>
            </a:r>
            <a:r>
              <a:rPr lang="en-US" sz="2800" dirty="0">
                <a:solidFill>
                  <a:schemeClr val="bg1"/>
                </a:solidFill>
                <a:latin typeface="Tahoma"/>
                <a:ea typeface="+mn-lt"/>
                <a:cs typeface="+mn-lt"/>
              </a:rPr>
              <a:t> </a:t>
            </a:r>
            <a:r>
              <a:rPr lang="en-US" sz="2800" dirty="0" err="1">
                <a:solidFill>
                  <a:schemeClr val="bg1"/>
                </a:solidFill>
                <a:latin typeface="Tahoma"/>
                <a:ea typeface="+mn-lt"/>
                <a:cs typeface="+mn-lt"/>
              </a:rPr>
              <a:t>mà</a:t>
            </a:r>
            <a:r>
              <a:rPr lang="en-US" sz="2800" dirty="0">
                <a:solidFill>
                  <a:schemeClr val="bg1"/>
                </a:solidFill>
                <a:latin typeface="Tahoma"/>
                <a:ea typeface="+mn-lt"/>
                <a:cs typeface="+mn-lt"/>
              </a:rPr>
              <a:t> </a:t>
            </a:r>
            <a:r>
              <a:rPr lang="en-US" sz="2800" dirty="0" err="1">
                <a:solidFill>
                  <a:schemeClr val="bg1"/>
                </a:solidFill>
                <a:latin typeface="Tahoma"/>
                <a:ea typeface="+mn-lt"/>
                <a:cs typeface="+mn-lt"/>
              </a:rPr>
              <a:t>không</a:t>
            </a:r>
            <a:r>
              <a:rPr lang="en-US" sz="2800" dirty="0">
                <a:solidFill>
                  <a:schemeClr val="bg1"/>
                </a:solidFill>
                <a:latin typeface="Tahoma"/>
                <a:ea typeface="+mn-lt"/>
                <a:cs typeface="+mn-lt"/>
              </a:rPr>
              <a:t> </a:t>
            </a:r>
            <a:r>
              <a:rPr lang="en-US" sz="2800" dirty="0" err="1">
                <a:solidFill>
                  <a:schemeClr val="bg1"/>
                </a:solidFill>
                <a:latin typeface="Tahoma"/>
                <a:ea typeface="+mn-lt"/>
                <a:cs typeface="+mn-lt"/>
              </a:rPr>
              <a:t>cần</a:t>
            </a:r>
            <a:r>
              <a:rPr lang="en-US" sz="2800" dirty="0">
                <a:solidFill>
                  <a:schemeClr val="bg1"/>
                </a:solidFill>
                <a:latin typeface="Tahoma"/>
                <a:ea typeface="+mn-lt"/>
                <a:cs typeface="+mn-lt"/>
              </a:rPr>
              <a:t> </a:t>
            </a:r>
            <a:r>
              <a:rPr lang="en-US" sz="2800" dirty="0" err="1">
                <a:solidFill>
                  <a:schemeClr val="bg1"/>
                </a:solidFill>
                <a:latin typeface="Tahoma"/>
                <a:ea typeface="+mn-lt"/>
                <a:cs typeface="+mn-lt"/>
              </a:rPr>
              <a:t>truyền</a:t>
            </a:r>
            <a:r>
              <a:rPr lang="en-US" sz="2800" dirty="0">
                <a:solidFill>
                  <a:schemeClr val="bg1"/>
                </a:solidFill>
                <a:latin typeface="Tahoma"/>
                <a:ea typeface="+mn-lt"/>
                <a:cs typeface="+mn-lt"/>
              </a:rPr>
              <a:t> qua constructor.</a:t>
            </a:r>
            <a:endParaRPr lang="en-US" sz="2800" b="1">
              <a:solidFill>
                <a:schemeClr val="bg1"/>
              </a:solidFill>
              <a:latin typeface="Tahoma"/>
              <a:ea typeface="+mn-lt"/>
              <a:cs typeface="+mn-lt"/>
            </a:endParaRPr>
          </a:p>
        </p:txBody>
      </p:sp>
      <p:sp>
        <p:nvSpPr>
          <p:cNvPr id="7" name="TextBox 6">
            <a:extLst>
              <a:ext uri="{FF2B5EF4-FFF2-40B4-BE49-F238E27FC236}">
                <a16:creationId xmlns:a16="http://schemas.microsoft.com/office/drawing/2014/main" id="{D34ACECD-C462-3AF5-B93D-0E51191C8EE2}"/>
              </a:ext>
            </a:extLst>
          </p:cNvPr>
          <p:cNvSpPr txBox="1"/>
          <p:nvPr/>
        </p:nvSpPr>
        <p:spPr>
          <a:xfrm>
            <a:off x="8251091" y="3829986"/>
            <a:ext cx="3560477" cy="400110"/>
          </a:xfrm>
          <a:prstGeom prst="rect">
            <a:avLst/>
          </a:prstGeom>
          <a:noFill/>
        </p:spPr>
        <p:txBody>
          <a:bodyPr wrap="square" lIns="91440" tIns="45720" rIns="91440" bIns="45720" anchor="t">
            <a:spAutoFit/>
          </a:bodyPr>
          <a:lstStyle/>
          <a:p>
            <a:pPr algn="ctr"/>
            <a:r>
              <a:rPr lang="en-US" sz="2000" dirty="0" err="1">
                <a:solidFill>
                  <a:schemeClr val="bg1"/>
                </a:solidFill>
                <a:latin typeface="Tahoma"/>
                <a:ea typeface="Tahoma"/>
                <a:cs typeface="Tahoma"/>
              </a:rPr>
              <a:t>Tránh</a:t>
            </a:r>
            <a:r>
              <a:rPr lang="en-US" sz="2000" dirty="0">
                <a:solidFill>
                  <a:schemeClr val="bg1"/>
                </a:solidFill>
                <a:latin typeface="Tahoma"/>
                <a:ea typeface="Tahoma"/>
                <a:cs typeface="Tahoma"/>
              </a:rPr>
              <a:t> </a:t>
            </a:r>
            <a:r>
              <a:rPr lang="en-US" sz="2000" i="1" dirty="0">
                <a:solidFill>
                  <a:schemeClr val="bg1"/>
                </a:solidFill>
                <a:latin typeface="Tahoma"/>
                <a:ea typeface="Tahoma"/>
                <a:cs typeface="Tahoma"/>
              </a:rPr>
              <a:t>prop drilling</a:t>
            </a:r>
            <a:endParaRPr lang="en-US" sz="2000" dirty="0">
              <a:solidFill>
                <a:schemeClr val="bg1"/>
              </a:solidFill>
              <a:latin typeface="Tahoma"/>
              <a:ea typeface="Tahoma"/>
              <a:cs typeface="Tahoma"/>
            </a:endParaRPr>
          </a:p>
        </p:txBody>
      </p:sp>
      <p:sp>
        <p:nvSpPr>
          <p:cNvPr id="13" name="TextBox 12">
            <a:extLst>
              <a:ext uri="{FF2B5EF4-FFF2-40B4-BE49-F238E27FC236}">
                <a16:creationId xmlns:a16="http://schemas.microsoft.com/office/drawing/2014/main" id="{DBE05641-64C4-1CDF-0292-FDFBA41E75A3}"/>
              </a:ext>
            </a:extLst>
          </p:cNvPr>
          <p:cNvSpPr txBox="1"/>
          <p:nvPr/>
        </p:nvSpPr>
        <p:spPr>
          <a:xfrm>
            <a:off x="8360026" y="4435359"/>
            <a:ext cx="3344234" cy="707886"/>
          </a:xfrm>
          <a:prstGeom prst="rect">
            <a:avLst/>
          </a:prstGeom>
          <a:noFill/>
        </p:spPr>
        <p:txBody>
          <a:bodyPr wrap="square" lIns="91440" tIns="45720" rIns="91440" bIns="45720" anchor="t">
            <a:spAutoFit/>
          </a:bodyPr>
          <a:lstStyle/>
          <a:p>
            <a:pPr algn="ctr"/>
            <a:r>
              <a:rPr lang="en-US" sz="2000" dirty="0" err="1">
                <a:solidFill>
                  <a:schemeClr val="bg1"/>
                </a:solidFill>
                <a:latin typeface="Tahoma"/>
                <a:ea typeface="Tahoma"/>
                <a:cs typeface="Tahoma"/>
              </a:rPr>
              <a:t>Cần</a:t>
            </a:r>
            <a:r>
              <a:rPr lang="en-US" sz="2000" dirty="0">
                <a:solidFill>
                  <a:schemeClr val="bg1"/>
                </a:solidFill>
                <a:latin typeface="Tahoma"/>
                <a:ea typeface="Tahoma"/>
                <a:cs typeface="Tahoma"/>
              </a:rPr>
              <a:t> </a:t>
            </a:r>
            <a:r>
              <a:rPr lang="en-US" sz="2000" dirty="0" err="1">
                <a:solidFill>
                  <a:schemeClr val="bg1"/>
                </a:solidFill>
                <a:latin typeface="Tahoma"/>
                <a:ea typeface="Tahoma"/>
                <a:cs typeface="Tahoma"/>
              </a:rPr>
              <a:t>phải</a:t>
            </a:r>
            <a:r>
              <a:rPr lang="en-US" sz="2000" dirty="0">
                <a:solidFill>
                  <a:schemeClr val="bg1"/>
                </a:solidFill>
                <a:latin typeface="Tahoma"/>
                <a:ea typeface="Tahoma"/>
                <a:cs typeface="Tahoma"/>
              </a:rPr>
              <a:t> </a:t>
            </a:r>
            <a:r>
              <a:rPr lang="en-US" sz="2000" dirty="0" err="1">
                <a:solidFill>
                  <a:schemeClr val="bg1"/>
                </a:solidFill>
                <a:latin typeface="Tahoma"/>
                <a:ea typeface="Tahoma"/>
                <a:cs typeface="Tahoma"/>
              </a:rPr>
              <a:t>kết</a:t>
            </a:r>
            <a:r>
              <a:rPr lang="en-US" sz="2000" dirty="0">
                <a:solidFill>
                  <a:schemeClr val="bg1"/>
                </a:solidFill>
                <a:latin typeface="Tahoma"/>
                <a:ea typeface="Tahoma"/>
                <a:cs typeface="Tahoma"/>
              </a:rPr>
              <a:t> </a:t>
            </a:r>
            <a:r>
              <a:rPr lang="en-US" sz="2000" dirty="0" err="1">
                <a:solidFill>
                  <a:schemeClr val="bg1"/>
                </a:solidFill>
                <a:latin typeface="Tahoma"/>
                <a:ea typeface="Tahoma"/>
                <a:cs typeface="Tahoma"/>
              </a:rPr>
              <a:t>hợp</a:t>
            </a:r>
            <a:r>
              <a:rPr lang="en-US" sz="2000" dirty="0">
                <a:solidFill>
                  <a:schemeClr val="bg1"/>
                </a:solidFill>
                <a:latin typeface="Tahoma"/>
                <a:ea typeface="Tahoma"/>
                <a:cs typeface="Tahoma"/>
              </a:rPr>
              <a:t> </a:t>
            </a:r>
            <a:r>
              <a:rPr lang="en-US" sz="2000" dirty="0" err="1">
                <a:solidFill>
                  <a:schemeClr val="bg1"/>
                </a:solidFill>
                <a:latin typeface="Tahoma"/>
                <a:ea typeface="Tahoma"/>
                <a:cs typeface="Tahoma"/>
              </a:rPr>
              <a:t>với</a:t>
            </a:r>
            <a:r>
              <a:rPr lang="en-US" sz="2000" dirty="0">
                <a:solidFill>
                  <a:schemeClr val="bg1"/>
                </a:solidFill>
                <a:latin typeface="Tahoma"/>
                <a:ea typeface="Tahoma"/>
                <a:cs typeface="Tahoma"/>
              </a:rPr>
              <a:t> </a:t>
            </a:r>
            <a:r>
              <a:rPr lang="en-US" sz="2000" dirty="0" err="1">
                <a:solidFill>
                  <a:schemeClr val="bg1"/>
                </a:solidFill>
                <a:latin typeface="Tahoma"/>
                <a:ea typeface="Tahoma"/>
                <a:cs typeface="Tahoma"/>
              </a:rPr>
              <a:t>StatefulWidget</a:t>
            </a:r>
            <a:endParaRPr lang="en-US" sz="2000" dirty="0">
              <a:solidFill>
                <a:schemeClr val="bg1"/>
              </a:solidFill>
              <a:latin typeface="Tahoma"/>
              <a:ea typeface="Tahoma"/>
              <a:cs typeface="Tahoma"/>
            </a:endParaRPr>
          </a:p>
        </p:txBody>
      </p:sp>
      <p:pic>
        <p:nvPicPr>
          <p:cNvPr id="2" name="Picture 1" descr="A close-up of a computer screen&#10;&#10;AI-generated content may be incorrect.">
            <a:extLst>
              <a:ext uri="{FF2B5EF4-FFF2-40B4-BE49-F238E27FC236}">
                <a16:creationId xmlns:a16="http://schemas.microsoft.com/office/drawing/2014/main" id="{B2F00634-70E2-5966-39B1-956F09FAFCBD}"/>
              </a:ext>
            </a:extLst>
          </p:cNvPr>
          <p:cNvPicPr>
            <a:picLocks noChangeAspect="1"/>
          </p:cNvPicPr>
          <p:nvPr/>
        </p:nvPicPr>
        <p:blipFill>
          <a:blip r:embed="rId3"/>
          <a:stretch>
            <a:fillRect/>
          </a:stretch>
        </p:blipFill>
        <p:spPr>
          <a:xfrm>
            <a:off x="1077726" y="3282483"/>
            <a:ext cx="6943725" cy="942975"/>
          </a:xfrm>
          <a:prstGeom prst="rect">
            <a:avLst/>
          </a:prstGeom>
        </p:spPr>
      </p:pic>
      <p:pic>
        <p:nvPicPr>
          <p:cNvPr id="5" name="Picture 4" descr="A computer screen shot of a computer code&#10;&#10;AI-generated content may be incorrect.">
            <a:extLst>
              <a:ext uri="{FF2B5EF4-FFF2-40B4-BE49-F238E27FC236}">
                <a16:creationId xmlns:a16="http://schemas.microsoft.com/office/drawing/2014/main" id="{65F81396-78AE-281E-B8C9-46B57F5A516C}"/>
              </a:ext>
            </a:extLst>
          </p:cNvPr>
          <p:cNvPicPr>
            <a:picLocks noChangeAspect="1"/>
          </p:cNvPicPr>
          <p:nvPr/>
        </p:nvPicPr>
        <p:blipFill>
          <a:blip r:embed="rId4"/>
          <a:stretch>
            <a:fillRect/>
          </a:stretch>
        </p:blipFill>
        <p:spPr>
          <a:xfrm>
            <a:off x="1078404" y="4436706"/>
            <a:ext cx="5527585" cy="1579942"/>
          </a:xfrm>
          <a:prstGeom prst="rect">
            <a:avLst/>
          </a:prstGeom>
        </p:spPr>
      </p:pic>
      <p:sp>
        <p:nvSpPr>
          <p:cNvPr id="18" name="TextBox 17">
            <a:extLst>
              <a:ext uri="{FF2B5EF4-FFF2-40B4-BE49-F238E27FC236}">
                <a16:creationId xmlns:a16="http://schemas.microsoft.com/office/drawing/2014/main" id="{A7CC54E5-5936-5FF3-0560-E2C823739208}"/>
              </a:ext>
            </a:extLst>
          </p:cNvPr>
          <p:cNvSpPr txBox="1"/>
          <p:nvPr/>
        </p:nvSpPr>
        <p:spPr>
          <a:xfrm>
            <a:off x="3878438" y="4024789"/>
            <a:ext cx="4146339" cy="656628"/>
          </a:xfrm>
          <a:prstGeom prst="rect">
            <a:avLst/>
          </a:prstGeom>
          <a:solidFill>
            <a:schemeClr val="tx2">
              <a:lumMod val="10000"/>
              <a:lumOff val="90000"/>
            </a:schemeClr>
          </a:solidFill>
        </p:spPr>
        <p:txBody>
          <a:bodyPr wrap="square" lIns="91440" tIns="45720" rIns="91440" bIns="45720" anchor="t">
            <a:spAutoFit/>
          </a:bodyPr>
          <a:lstStyle/>
          <a:p>
            <a:pPr algn="ctr"/>
            <a:r>
              <a:rPr lang="en-US" dirty="0" err="1">
                <a:solidFill>
                  <a:srgbClr val="FF0000"/>
                </a:solidFill>
                <a:latin typeface="Tahoma"/>
                <a:ea typeface="Tahoma"/>
                <a:cs typeface="Tahoma"/>
              </a:rPr>
              <a:t>Để</a:t>
            </a:r>
            <a:r>
              <a:rPr lang="en-US" dirty="0">
                <a:solidFill>
                  <a:srgbClr val="FF0000"/>
                </a:solidFill>
                <a:latin typeface="Tahoma"/>
                <a:ea typeface="Tahoma"/>
                <a:cs typeface="Tahoma"/>
              </a:rPr>
              <a:t> widget con </a:t>
            </a:r>
            <a:r>
              <a:rPr lang="en-US" b="1" dirty="0" err="1">
                <a:solidFill>
                  <a:srgbClr val="FF0000"/>
                </a:solidFill>
                <a:latin typeface="Tahoma"/>
                <a:ea typeface="Tahoma"/>
                <a:cs typeface="Tahoma"/>
              </a:rPr>
              <a:t>vừa</a:t>
            </a:r>
            <a:r>
              <a:rPr lang="en-US" b="1" dirty="0">
                <a:solidFill>
                  <a:srgbClr val="FF0000"/>
                </a:solidFill>
                <a:latin typeface="Tahoma"/>
                <a:ea typeface="Tahoma"/>
                <a:cs typeface="Tahoma"/>
              </a:rPr>
              <a:t> </a:t>
            </a:r>
            <a:r>
              <a:rPr lang="en-US" b="1" dirty="0" err="1">
                <a:solidFill>
                  <a:srgbClr val="FF0000"/>
                </a:solidFill>
                <a:latin typeface="Tahoma"/>
                <a:ea typeface="Tahoma"/>
                <a:cs typeface="Tahoma"/>
              </a:rPr>
              <a:t>truy</a:t>
            </a:r>
            <a:r>
              <a:rPr lang="en-US" b="1" dirty="0">
                <a:solidFill>
                  <a:srgbClr val="FF0000"/>
                </a:solidFill>
                <a:latin typeface="Tahoma"/>
                <a:ea typeface="Tahoma"/>
                <a:cs typeface="Tahoma"/>
              </a:rPr>
              <a:t> </a:t>
            </a:r>
            <a:r>
              <a:rPr lang="en-US" b="1" dirty="0" err="1">
                <a:solidFill>
                  <a:srgbClr val="FF0000"/>
                </a:solidFill>
                <a:latin typeface="Tahoma"/>
                <a:ea typeface="Tahoma"/>
                <a:cs typeface="Tahoma"/>
              </a:rPr>
              <a:t>cập</a:t>
            </a:r>
            <a:r>
              <a:rPr lang="en-US" b="1" dirty="0">
                <a:solidFill>
                  <a:srgbClr val="FF0000"/>
                </a:solidFill>
                <a:latin typeface="Tahoma"/>
                <a:ea typeface="Tahoma"/>
                <a:cs typeface="Tahoma"/>
              </a:rPr>
              <a:t> </a:t>
            </a:r>
            <a:r>
              <a:rPr lang="en-US" b="1" dirty="0" err="1">
                <a:solidFill>
                  <a:srgbClr val="FF0000"/>
                </a:solidFill>
                <a:latin typeface="Tahoma"/>
                <a:ea typeface="Tahoma"/>
                <a:cs typeface="Tahoma"/>
              </a:rPr>
              <a:t>dữ</a:t>
            </a:r>
            <a:r>
              <a:rPr lang="en-US" b="1" dirty="0">
                <a:solidFill>
                  <a:srgbClr val="FF0000"/>
                </a:solidFill>
                <a:latin typeface="Tahoma"/>
                <a:ea typeface="Tahoma"/>
                <a:cs typeface="Tahoma"/>
              </a:rPr>
              <a:t> </a:t>
            </a:r>
            <a:r>
              <a:rPr lang="en-US" b="1" dirty="0" err="1">
                <a:solidFill>
                  <a:srgbClr val="FF0000"/>
                </a:solidFill>
                <a:latin typeface="Tahoma"/>
                <a:ea typeface="Tahoma"/>
                <a:cs typeface="Tahoma"/>
              </a:rPr>
              <a:t>liệu</a:t>
            </a:r>
            <a:r>
              <a:rPr lang="en-US" b="1" dirty="0">
                <a:solidFill>
                  <a:srgbClr val="FF0000"/>
                </a:solidFill>
                <a:latin typeface="Tahoma"/>
                <a:ea typeface="Tahoma"/>
                <a:cs typeface="Tahoma"/>
              </a:rPr>
              <a:t> </a:t>
            </a:r>
            <a:r>
              <a:rPr lang="en-US" b="1" dirty="0" err="1">
                <a:solidFill>
                  <a:srgbClr val="FF0000"/>
                </a:solidFill>
                <a:latin typeface="Tahoma"/>
                <a:ea typeface="Tahoma"/>
                <a:cs typeface="Tahoma"/>
              </a:rPr>
              <a:t>vừa</a:t>
            </a:r>
            <a:r>
              <a:rPr lang="en-US" b="1" dirty="0">
                <a:solidFill>
                  <a:srgbClr val="FF0000"/>
                </a:solidFill>
                <a:latin typeface="Tahoma"/>
                <a:ea typeface="Tahoma"/>
                <a:cs typeface="Tahoma"/>
              </a:rPr>
              <a:t> </a:t>
            </a:r>
            <a:r>
              <a:rPr lang="en-US" b="1" dirty="0" err="1">
                <a:solidFill>
                  <a:srgbClr val="FF0000"/>
                </a:solidFill>
                <a:latin typeface="Tahoma"/>
                <a:ea typeface="Tahoma"/>
                <a:cs typeface="Tahoma"/>
              </a:rPr>
              <a:t>đăng</a:t>
            </a:r>
            <a:r>
              <a:rPr lang="en-US" b="1" dirty="0">
                <a:solidFill>
                  <a:srgbClr val="FF0000"/>
                </a:solidFill>
                <a:latin typeface="Tahoma"/>
                <a:ea typeface="Tahoma"/>
                <a:cs typeface="Tahoma"/>
              </a:rPr>
              <a:t> </a:t>
            </a:r>
            <a:r>
              <a:rPr lang="en-US" b="1" dirty="0" err="1">
                <a:solidFill>
                  <a:srgbClr val="FF0000"/>
                </a:solidFill>
                <a:latin typeface="Tahoma"/>
                <a:ea typeface="Tahoma"/>
                <a:cs typeface="Tahoma"/>
              </a:rPr>
              <a:t>ký</a:t>
            </a:r>
            <a:r>
              <a:rPr lang="en-US" b="1" dirty="0">
                <a:solidFill>
                  <a:srgbClr val="FF0000"/>
                </a:solidFill>
                <a:latin typeface="Tahoma"/>
                <a:ea typeface="Tahoma"/>
                <a:cs typeface="Tahoma"/>
              </a:rPr>
              <a:t> </a:t>
            </a:r>
            <a:r>
              <a:rPr lang="en-US" b="1" dirty="0" err="1">
                <a:solidFill>
                  <a:srgbClr val="FF0000"/>
                </a:solidFill>
                <a:latin typeface="Tahoma"/>
                <a:ea typeface="Tahoma"/>
                <a:cs typeface="Tahoma"/>
              </a:rPr>
              <a:t>lắng</a:t>
            </a:r>
            <a:r>
              <a:rPr lang="en-US" b="1" dirty="0">
                <a:solidFill>
                  <a:srgbClr val="FF0000"/>
                </a:solidFill>
                <a:latin typeface="Tahoma"/>
                <a:ea typeface="Tahoma"/>
                <a:cs typeface="Tahoma"/>
              </a:rPr>
              <a:t> </a:t>
            </a:r>
            <a:r>
              <a:rPr lang="en-US" b="1" dirty="0" err="1">
                <a:solidFill>
                  <a:srgbClr val="FF0000"/>
                </a:solidFill>
                <a:latin typeface="Tahoma"/>
                <a:ea typeface="Tahoma"/>
                <a:cs typeface="Tahoma"/>
              </a:rPr>
              <a:t>nghe</a:t>
            </a:r>
            <a:r>
              <a:rPr lang="en-US" dirty="0">
                <a:solidFill>
                  <a:srgbClr val="FF0000"/>
                </a:solidFill>
                <a:latin typeface="Tahoma"/>
                <a:ea typeface="Tahoma"/>
                <a:cs typeface="Tahoma"/>
              </a:rPr>
              <a:t> </a:t>
            </a:r>
            <a:r>
              <a:rPr lang="en-US" dirty="0" err="1">
                <a:solidFill>
                  <a:srgbClr val="FF0000"/>
                </a:solidFill>
                <a:latin typeface="Tahoma"/>
                <a:ea typeface="Tahoma"/>
                <a:cs typeface="Tahoma"/>
              </a:rPr>
              <a:t>sự</a:t>
            </a:r>
            <a:r>
              <a:rPr lang="en-US" dirty="0">
                <a:solidFill>
                  <a:srgbClr val="FF0000"/>
                </a:solidFill>
                <a:latin typeface="Tahoma"/>
                <a:ea typeface="Tahoma"/>
                <a:cs typeface="Tahoma"/>
              </a:rPr>
              <a:t> </a:t>
            </a:r>
            <a:r>
              <a:rPr lang="en-US" dirty="0" err="1">
                <a:solidFill>
                  <a:srgbClr val="FF0000"/>
                </a:solidFill>
                <a:latin typeface="Tahoma"/>
                <a:ea typeface="Tahoma"/>
                <a:cs typeface="Tahoma"/>
              </a:rPr>
              <a:t>thay</a:t>
            </a:r>
            <a:r>
              <a:rPr lang="en-US" dirty="0">
                <a:solidFill>
                  <a:srgbClr val="FF0000"/>
                </a:solidFill>
                <a:latin typeface="Tahoma"/>
                <a:ea typeface="Tahoma"/>
                <a:cs typeface="Tahoma"/>
              </a:rPr>
              <a:t> </a:t>
            </a:r>
            <a:r>
              <a:rPr lang="en-US" dirty="0" err="1">
                <a:solidFill>
                  <a:srgbClr val="FF0000"/>
                </a:solidFill>
                <a:latin typeface="Tahoma"/>
                <a:ea typeface="Tahoma"/>
                <a:cs typeface="Tahoma"/>
              </a:rPr>
              <a:t>đổi</a:t>
            </a:r>
            <a:r>
              <a:rPr lang="en-US" dirty="0">
                <a:solidFill>
                  <a:srgbClr val="FF0000"/>
                </a:solidFill>
                <a:latin typeface="Tahoma"/>
                <a:ea typeface="Tahoma"/>
                <a:cs typeface="Tahoma"/>
              </a:rPr>
              <a:t>.</a:t>
            </a:r>
            <a:endParaRPr lang="en-US" dirty="0">
              <a:latin typeface="Tahoma"/>
              <a:ea typeface="Tahoma"/>
              <a:cs typeface="Tahoma"/>
            </a:endParaRPr>
          </a:p>
        </p:txBody>
      </p:sp>
      <p:sp>
        <p:nvSpPr>
          <p:cNvPr id="17" name="TextBox 16">
            <a:extLst>
              <a:ext uri="{FF2B5EF4-FFF2-40B4-BE49-F238E27FC236}">
                <a16:creationId xmlns:a16="http://schemas.microsoft.com/office/drawing/2014/main" id="{11905A70-FB70-E26E-E810-B051DF60FF14}"/>
              </a:ext>
            </a:extLst>
          </p:cNvPr>
          <p:cNvSpPr txBox="1"/>
          <p:nvPr/>
        </p:nvSpPr>
        <p:spPr>
          <a:xfrm>
            <a:off x="5231369" y="5372362"/>
            <a:ext cx="2257055" cy="656357"/>
          </a:xfrm>
          <a:prstGeom prst="rect">
            <a:avLst/>
          </a:prstGeom>
          <a:solidFill>
            <a:schemeClr val="tx2">
              <a:lumMod val="10000"/>
              <a:lumOff val="90000"/>
            </a:schemeClr>
          </a:solidFill>
        </p:spPr>
        <p:txBody>
          <a:bodyPr wrap="square" lIns="91440" tIns="45720" rIns="91440" bIns="45720" anchor="t">
            <a:spAutoFit/>
          </a:bodyPr>
          <a:lstStyle/>
          <a:p>
            <a:pPr algn="ctr"/>
            <a:r>
              <a:rPr lang="en-US" i="1" dirty="0">
                <a:solidFill>
                  <a:srgbClr val="FF0000"/>
                </a:solidFill>
                <a:latin typeface="Tahoma"/>
                <a:ea typeface="Tahoma"/>
                <a:cs typeface="Tahoma"/>
              </a:rPr>
              <a:t>Phương </a:t>
            </a:r>
            <a:r>
              <a:rPr lang="en-US" i="1" dirty="0" err="1">
                <a:solidFill>
                  <a:srgbClr val="FF0000"/>
                </a:solidFill>
                <a:latin typeface="Tahoma"/>
                <a:ea typeface="Tahoma"/>
                <a:cs typeface="Tahoma"/>
              </a:rPr>
              <a:t>thức</a:t>
            </a:r>
            <a:r>
              <a:rPr lang="en-US" i="1" dirty="0">
                <a:solidFill>
                  <a:srgbClr val="FF0000"/>
                </a:solidFill>
                <a:latin typeface="Tahoma"/>
                <a:ea typeface="Tahoma"/>
                <a:cs typeface="Tahoma"/>
              </a:rPr>
              <a:t> </a:t>
            </a:r>
            <a:r>
              <a:rPr lang="en-US" i="1" dirty="0" err="1">
                <a:solidFill>
                  <a:srgbClr val="FF0000"/>
                </a:solidFill>
                <a:latin typeface="Tahoma"/>
                <a:ea typeface="Tahoma"/>
                <a:cs typeface="Tahoma"/>
              </a:rPr>
              <a:t>cốt</a:t>
            </a:r>
            <a:r>
              <a:rPr lang="en-US" i="1" dirty="0">
                <a:solidFill>
                  <a:srgbClr val="FF0000"/>
                </a:solidFill>
                <a:latin typeface="Tahoma"/>
                <a:ea typeface="Tahoma"/>
                <a:cs typeface="Tahoma"/>
              </a:rPr>
              <a:t> </a:t>
            </a:r>
            <a:r>
              <a:rPr lang="en-US" i="1" dirty="0" err="1">
                <a:solidFill>
                  <a:srgbClr val="FF0000"/>
                </a:solidFill>
                <a:latin typeface="Tahoma"/>
                <a:ea typeface="Tahoma"/>
                <a:cs typeface="Tahoma"/>
              </a:rPr>
              <a:t>lõi</a:t>
            </a:r>
            <a:r>
              <a:rPr lang="en-US" i="1" dirty="0">
                <a:solidFill>
                  <a:srgbClr val="FF0000"/>
                </a:solidFill>
                <a:latin typeface="Tahoma"/>
                <a:ea typeface="Tahoma"/>
                <a:cs typeface="Tahoma"/>
              </a:rPr>
              <a:t> (</a:t>
            </a:r>
            <a:r>
              <a:rPr lang="en-US" i="1" dirty="0" err="1">
                <a:solidFill>
                  <a:srgbClr val="FF0000"/>
                </a:solidFill>
                <a:latin typeface="Tahoma"/>
                <a:ea typeface="Tahoma"/>
                <a:cs typeface="Tahoma"/>
              </a:rPr>
              <a:t>đăng</a:t>
            </a:r>
            <a:r>
              <a:rPr lang="en-US" i="1" dirty="0">
                <a:solidFill>
                  <a:srgbClr val="FF0000"/>
                </a:solidFill>
                <a:latin typeface="Tahoma"/>
                <a:ea typeface="Tahoma"/>
                <a:cs typeface="Tahoma"/>
              </a:rPr>
              <a:t> </a:t>
            </a:r>
            <a:r>
              <a:rPr lang="en-US" i="1" dirty="0" err="1">
                <a:solidFill>
                  <a:srgbClr val="FF0000"/>
                </a:solidFill>
                <a:latin typeface="Tahoma"/>
                <a:ea typeface="Tahoma"/>
                <a:cs typeface="Tahoma"/>
              </a:rPr>
              <a:t>kí</a:t>
            </a:r>
            <a:r>
              <a:rPr lang="en-US" i="1" dirty="0">
                <a:solidFill>
                  <a:srgbClr val="FF0000"/>
                </a:solidFill>
                <a:latin typeface="Tahoma"/>
                <a:ea typeface="Tahoma"/>
                <a:cs typeface="Tahoma"/>
              </a:rPr>
              <a:t>)</a:t>
            </a:r>
          </a:p>
        </p:txBody>
      </p:sp>
    </p:spTree>
    <p:extLst>
      <p:ext uri="{BB962C8B-B14F-4D97-AF65-F5344CB8AC3E}">
        <p14:creationId xmlns:p14="http://schemas.microsoft.com/office/powerpoint/2010/main" val="12444715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6000">
              <a:schemeClr val="tx1"/>
            </a:gs>
            <a:gs pos="2000">
              <a:schemeClr val="bg1"/>
            </a:gs>
            <a:gs pos="11000">
              <a:schemeClr val="bg1"/>
            </a:gs>
          </a:gsLst>
          <a:lin ang="2400000" scaled="0"/>
          <a:tileRect/>
        </a:gradFill>
        <a:effectLst/>
      </p:bgPr>
    </p:bg>
    <p:spTree>
      <p:nvGrpSpPr>
        <p:cNvPr id="1" name="">
          <a:extLst>
            <a:ext uri="{FF2B5EF4-FFF2-40B4-BE49-F238E27FC236}">
              <a16:creationId xmlns:a16="http://schemas.microsoft.com/office/drawing/2014/main" id="{6C955EFE-E220-5109-D1D5-AEB13A8659E5}"/>
            </a:ext>
          </a:extLst>
        </p:cNvPr>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E9E7D17D-6CD4-8C65-4818-E090D70C8853}"/>
              </a:ext>
            </a:extLst>
          </p:cNvPr>
          <p:cNvSpPr/>
          <p:nvPr/>
        </p:nvSpPr>
        <p:spPr>
          <a:xfrm>
            <a:off x="12034800" y="3660123"/>
            <a:ext cx="160162" cy="1621368"/>
          </a:xfrm>
          <a:prstGeom prst="roundRect">
            <a:avLst>
              <a:gd name="adj" fmla="val 10969"/>
            </a:avLst>
          </a:prstGeom>
          <a:solidFill>
            <a:schemeClr val="bg2">
              <a:lumMod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BDBD8B5F-C12D-8A98-188F-66ADD96CB43A}"/>
              </a:ext>
            </a:extLst>
          </p:cNvPr>
          <p:cNvSpPr/>
          <p:nvPr/>
        </p:nvSpPr>
        <p:spPr>
          <a:xfrm>
            <a:off x="12035435" y="149118"/>
            <a:ext cx="158332" cy="3275710"/>
          </a:xfrm>
          <a:prstGeom prst="roundRect">
            <a:avLst>
              <a:gd name="adj" fmla="val 13408"/>
            </a:avLst>
          </a:prstGeom>
          <a:solidFill>
            <a:schemeClr val="bg2">
              <a:lumMod val="25000"/>
            </a:schemeClr>
          </a:solidFill>
          <a:ln>
            <a:solidFill>
              <a:schemeClr val="tx1"/>
            </a:solidFill>
          </a:ln>
          <a:effectLst>
            <a:outerShdw blurRad="63500" dist="38100" dir="2154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CD90340-2FF3-71A6-8299-2C5ECD815067}"/>
              </a:ext>
            </a:extLst>
          </p:cNvPr>
          <p:cNvSpPr txBox="1"/>
          <p:nvPr/>
        </p:nvSpPr>
        <p:spPr>
          <a:xfrm>
            <a:off x="731672" y="531611"/>
            <a:ext cx="8987692" cy="584775"/>
          </a:xfrm>
          <a:prstGeom prst="rect">
            <a:avLst/>
          </a:prstGeom>
          <a:noFill/>
          <a:ln>
            <a:noFill/>
          </a:ln>
        </p:spPr>
        <p:txBody>
          <a:bodyPr wrap="square" lIns="91440" tIns="45720" rIns="91440" bIns="45720" anchor="t">
            <a:spAutoFit/>
          </a:bodyPr>
          <a:lstStyle/>
          <a:p>
            <a:r>
              <a:rPr lang="en-US" sz="3200" b="1" dirty="0" err="1">
                <a:ln w="25400" cap="sq">
                  <a:noFill/>
                  <a:miter lim="800000"/>
                </a:ln>
                <a:effectLst>
                  <a:glow rad="177800">
                    <a:schemeClr val="bg1">
                      <a:alpha val="86000"/>
                    </a:schemeClr>
                  </a:glow>
                </a:effectLst>
                <a:latin typeface="Tahoma"/>
                <a:ea typeface="Tahoma"/>
                <a:cs typeface="Tahoma"/>
              </a:rPr>
              <a:t>Tạo</a:t>
            </a:r>
            <a:r>
              <a:rPr lang="en-US" sz="3200" b="1" dirty="0">
                <a:ln w="25400" cap="sq">
                  <a:noFill/>
                  <a:miter lim="800000"/>
                </a:ln>
                <a:effectLst>
                  <a:glow rad="177800">
                    <a:schemeClr val="bg1">
                      <a:alpha val="86000"/>
                    </a:schemeClr>
                  </a:glow>
                </a:effectLst>
                <a:latin typeface="Tahoma"/>
                <a:ea typeface="Tahoma"/>
                <a:cs typeface="Tahoma"/>
              </a:rPr>
              <a:t> custom </a:t>
            </a:r>
            <a:r>
              <a:rPr lang="en-US" sz="3200" b="1" dirty="0" err="1">
                <a:ln w="25400" cap="sq">
                  <a:noFill/>
                  <a:miter lim="800000"/>
                </a:ln>
                <a:effectLst>
                  <a:glow rad="177800">
                    <a:schemeClr val="bg1">
                      <a:alpha val="86000"/>
                    </a:schemeClr>
                  </a:glow>
                </a:effectLst>
                <a:latin typeface="Tahoma"/>
                <a:ea typeface="Tahoma"/>
                <a:cs typeface="Tahoma"/>
              </a:rPr>
              <a:t>InheritedWidget</a:t>
            </a:r>
            <a:endParaRPr lang="en-US" dirty="0" err="1"/>
          </a:p>
        </p:txBody>
      </p:sp>
      <p:cxnSp>
        <p:nvCxnSpPr>
          <p:cNvPr id="8" name="Straight Connector 7">
            <a:extLst>
              <a:ext uri="{FF2B5EF4-FFF2-40B4-BE49-F238E27FC236}">
                <a16:creationId xmlns:a16="http://schemas.microsoft.com/office/drawing/2014/main" id="{6A40920F-93CD-9F24-051C-9EDA1D5C9D59}"/>
              </a:ext>
            </a:extLst>
          </p:cNvPr>
          <p:cNvCxnSpPr>
            <a:cxnSpLocks/>
          </p:cNvCxnSpPr>
          <p:nvPr/>
        </p:nvCxnSpPr>
        <p:spPr>
          <a:xfrm>
            <a:off x="129945" y="1125413"/>
            <a:ext cx="6615989" cy="10732"/>
          </a:xfrm>
          <a:prstGeom prst="line">
            <a:avLst/>
          </a:prstGeom>
          <a:ln w="635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Diagonal Corners Rounded 10">
            <a:extLst>
              <a:ext uri="{FF2B5EF4-FFF2-40B4-BE49-F238E27FC236}">
                <a16:creationId xmlns:a16="http://schemas.microsoft.com/office/drawing/2014/main" id="{A19D1367-F83F-B69C-FBAB-B5EF5EC9C433}"/>
              </a:ext>
            </a:extLst>
          </p:cNvPr>
          <p:cNvSpPr/>
          <p:nvPr/>
        </p:nvSpPr>
        <p:spPr>
          <a:xfrm flipH="1">
            <a:off x="4439" y="1110802"/>
            <a:ext cx="723044" cy="5748326"/>
          </a:xfrm>
          <a:prstGeom prst="round2DiagRect">
            <a:avLst>
              <a:gd name="adj1" fmla="val 0"/>
              <a:gd name="adj2" fmla="val 50000"/>
            </a:avLst>
          </a:prstGeom>
          <a:solidFill>
            <a:schemeClr val="bg2">
              <a:lumMod val="1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latin typeface="Tahoma" panose="020B0604030504040204" pitchFamily="34" charset="0"/>
              <a:ea typeface="Tahoma" panose="020B0604030504040204" pitchFamily="34" charset="0"/>
              <a:cs typeface="Tahoma" panose="020B0604030504040204" pitchFamily="34" charset="0"/>
            </a:endParaRPr>
          </a:p>
        </p:txBody>
      </p:sp>
      <p:sp>
        <p:nvSpPr>
          <p:cNvPr id="14" name="TextBox 13">
            <a:extLst>
              <a:ext uri="{FF2B5EF4-FFF2-40B4-BE49-F238E27FC236}">
                <a16:creationId xmlns:a16="http://schemas.microsoft.com/office/drawing/2014/main" id="{6F781690-507B-2352-EE15-EA720D3039B4}"/>
              </a:ext>
            </a:extLst>
          </p:cNvPr>
          <p:cNvSpPr txBox="1"/>
          <p:nvPr/>
        </p:nvSpPr>
        <p:spPr>
          <a:xfrm>
            <a:off x="4689387" y="1598140"/>
            <a:ext cx="72925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latin typeface="Tahoma"/>
                <a:ea typeface="Tahoma"/>
                <a:cs typeface="Tahoma"/>
              </a:rPr>
              <a:t> </a:t>
            </a:r>
            <a:r>
              <a:rPr lang="en-US" b="1" err="1">
                <a:latin typeface="Tahoma"/>
                <a:ea typeface="Tahoma"/>
                <a:cs typeface="Tahoma"/>
              </a:rPr>
              <a:t>CounterProvider</a:t>
            </a:r>
            <a:r>
              <a:rPr lang="en-US" b="1" dirty="0">
                <a:latin typeface="Tahoma"/>
                <a:ea typeface="+mn-lt"/>
                <a:cs typeface="+mn-lt"/>
              </a:rPr>
              <a:t> class</a:t>
            </a:r>
            <a:r>
              <a:rPr lang="en-US" dirty="0">
                <a:latin typeface="Tahoma"/>
                <a:ea typeface="+mn-lt"/>
                <a:cs typeface="+mn-lt"/>
              </a:rPr>
              <a:t>: </a:t>
            </a:r>
            <a:r>
              <a:rPr lang="en-US" err="1">
                <a:latin typeface="Tahoma"/>
                <a:ea typeface="+mn-lt"/>
                <a:cs typeface="+mn-lt"/>
              </a:rPr>
              <a:t>Đây</a:t>
            </a:r>
            <a:r>
              <a:rPr lang="en-US" dirty="0">
                <a:latin typeface="Tahoma"/>
                <a:ea typeface="+mn-lt"/>
                <a:cs typeface="+mn-lt"/>
              </a:rPr>
              <a:t> </a:t>
            </a:r>
            <a:r>
              <a:rPr lang="en-US" err="1">
                <a:latin typeface="Tahoma"/>
                <a:ea typeface="+mn-lt"/>
                <a:cs typeface="+mn-lt"/>
              </a:rPr>
              <a:t>là</a:t>
            </a:r>
            <a:r>
              <a:rPr lang="en-US" dirty="0">
                <a:latin typeface="Tahoma"/>
                <a:ea typeface="+mn-lt"/>
                <a:cs typeface="+mn-lt"/>
              </a:rPr>
              <a:t> </a:t>
            </a:r>
            <a:r>
              <a:rPr lang="en-US" err="1">
                <a:latin typeface="Tahoma"/>
                <a:ea typeface="+mn-lt"/>
                <a:cs typeface="+mn-lt"/>
              </a:rPr>
              <a:t>lớp</a:t>
            </a:r>
            <a:r>
              <a:rPr lang="en-US" dirty="0">
                <a:latin typeface="Tahoma"/>
                <a:ea typeface="+mn-lt"/>
                <a:cs typeface="+mn-lt"/>
              </a:rPr>
              <a:t> custom </a:t>
            </a:r>
            <a:r>
              <a:rPr lang="en-US" err="1">
                <a:latin typeface="Tahoma"/>
                <a:ea typeface="+mn-lt"/>
                <a:cs typeface="+mn-lt"/>
              </a:rPr>
              <a:t>InheritedWidget</a:t>
            </a:r>
            <a:endParaRPr lang="en-US" b="1" err="1">
              <a:latin typeface="Tahoma"/>
              <a:ea typeface="+mn-lt"/>
              <a:cs typeface="+mn-lt"/>
            </a:endParaRPr>
          </a:p>
        </p:txBody>
      </p:sp>
      <p:sp>
        <p:nvSpPr>
          <p:cNvPr id="16" name="TextBox 15">
            <a:extLst>
              <a:ext uri="{FF2B5EF4-FFF2-40B4-BE49-F238E27FC236}">
                <a16:creationId xmlns:a16="http://schemas.microsoft.com/office/drawing/2014/main" id="{515D220A-DCC4-D262-3338-692626E53642}"/>
              </a:ext>
            </a:extLst>
          </p:cNvPr>
          <p:cNvSpPr txBox="1"/>
          <p:nvPr/>
        </p:nvSpPr>
        <p:spPr>
          <a:xfrm>
            <a:off x="4689389" y="2066152"/>
            <a:ext cx="763544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latin typeface="Tahoma"/>
                <a:ea typeface="+mn-lt"/>
                <a:cs typeface="+mn-lt"/>
              </a:rPr>
              <a:t> final </a:t>
            </a:r>
            <a:r>
              <a:rPr lang="en-US" b="1" dirty="0" err="1">
                <a:latin typeface="Tahoma"/>
                <a:ea typeface="+mn-lt"/>
                <a:cs typeface="+mn-lt"/>
              </a:rPr>
              <a:t>CounterModel</a:t>
            </a:r>
            <a:r>
              <a:rPr lang="en-US" b="1" dirty="0">
                <a:latin typeface="Tahoma"/>
                <a:ea typeface="+mn-lt"/>
                <a:cs typeface="+mn-lt"/>
              </a:rPr>
              <a:t> counter;</a:t>
            </a:r>
            <a:r>
              <a:rPr lang="en-US" dirty="0">
                <a:latin typeface="Tahoma"/>
                <a:ea typeface="+mn-lt"/>
                <a:cs typeface="+mn-lt"/>
              </a:rPr>
              <a:t>: </a:t>
            </a:r>
            <a:r>
              <a:rPr lang="en-US" dirty="0" err="1">
                <a:latin typeface="Tahoma"/>
                <a:ea typeface="+mn-lt"/>
                <a:cs typeface="+mn-lt"/>
              </a:rPr>
              <a:t>Biến</a:t>
            </a:r>
            <a:r>
              <a:rPr lang="en-US" dirty="0">
                <a:latin typeface="Tahoma"/>
                <a:ea typeface="+mn-lt"/>
                <a:cs typeface="+mn-lt"/>
              </a:rPr>
              <a:t> </a:t>
            </a:r>
            <a:r>
              <a:rPr lang="en-US" dirty="0" err="1">
                <a:latin typeface="Tahoma"/>
                <a:ea typeface="+mn-lt"/>
                <a:cs typeface="+mn-lt"/>
              </a:rPr>
              <a:t>lưu</a:t>
            </a:r>
            <a:r>
              <a:rPr lang="en-US" dirty="0">
                <a:latin typeface="Tahoma"/>
                <a:ea typeface="+mn-lt"/>
                <a:cs typeface="+mn-lt"/>
              </a:rPr>
              <a:t> </a:t>
            </a:r>
            <a:r>
              <a:rPr lang="en-US" dirty="0" err="1">
                <a:latin typeface="Tahoma"/>
                <a:ea typeface="+mn-lt"/>
                <a:cs typeface="+mn-lt"/>
              </a:rPr>
              <a:t>trữ</a:t>
            </a:r>
            <a:r>
              <a:rPr lang="en-US" dirty="0">
                <a:latin typeface="Tahoma"/>
                <a:ea typeface="+mn-lt"/>
                <a:cs typeface="+mn-lt"/>
              </a:rPr>
              <a:t> </a:t>
            </a:r>
            <a:r>
              <a:rPr lang="en-US" dirty="0" err="1">
                <a:latin typeface="Tahoma"/>
                <a:ea typeface="+mn-lt"/>
                <a:cs typeface="+mn-lt"/>
              </a:rPr>
              <a:t>dữ</a:t>
            </a:r>
            <a:r>
              <a:rPr lang="en-US" dirty="0">
                <a:latin typeface="Tahoma"/>
                <a:ea typeface="+mn-lt"/>
                <a:cs typeface="+mn-lt"/>
              </a:rPr>
              <a:t> </a:t>
            </a:r>
            <a:r>
              <a:rPr lang="en-US" dirty="0" err="1">
                <a:latin typeface="Tahoma"/>
                <a:ea typeface="+mn-lt"/>
                <a:cs typeface="+mn-lt"/>
              </a:rPr>
              <a:t>liệu</a:t>
            </a:r>
            <a:r>
              <a:rPr lang="en-US" dirty="0">
                <a:latin typeface="Tahoma"/>
                <a:ea typeface="+mn-lt"/>
                <a:cs typeface="+mn-lt"/>
              </a:rPr>
              <a:t> </a:t>
            </a:r>
            <a:r>
              <a:rPr lang="en-US" dirty="0" err="1">
                <a:latin typeface="Tahoma"/>
                <a:ea typeface="+mn-lt"/>
                <a:cs typeface="+mn-lt"/>
              </a:rPr>
              <a:t>được</a:t>
            </a:r>
            <a:r>
              <a:rPr lang="en-US" dirty="0">
                <a:latin typeface="Tahoma"/>
                <a:ea typeface="+mn-lt"/>
                <a:cs typeface="+mn-lt"/>
              </a:rPr>
              <a:t> chia </a:t>
            </a:r>
            <a:r>
              <a:rPr lang="en-US" dirty="0" err="1">
                <a:latin typeface="Tahoma"/>
                <a:ea typeface="+mn-lt"/>
                <a:cs typeface="+mn-lt"/>
              </a:rPr>
              <a:t>sẻ</a:t>
            </a:r>
            <a:r>
              <a:rPr lang="en-US" dirty="0">
                <a:latin typeface="Tahoma"/>
                <a:ea typeface="+mn-lt"/>
                <a:cs typeface="+mn-lt"/>
              </a:rPr>
              <a:t>.</a:t>
            </a:r>
          </a:p>
          <a:p>
            <a:pPr marL="285750" indent="-285750">
              <a:buFont typeface="Arial"/>
              <a:buChar char="•"/>
            </a:pPr>
            <a:endParaRPr lang="en-US" dirty="0">
              <a:latin typeface="Tahoma"/>
              <a:ea typeface="Tahoma"/>
              <a:cs typeface="Tahoma"/>
            </a:endParaRPr>
          </a:p>
          <a:p>
            <a:endParaRPr lang="en-US" b="1" dirty="0">
              <a:latin typeface="Tahoma"/>
              <a:ea typeface="+mn-lt"/>
              <a:cs typeface="+mn-lt"/>
            </a:endParaRPr>
          </a:p>
        </p:txBody>
      </p:sp>
      <p:sp>
        <p:nvSpPr>
          <p:cNvPr id="20" name="TextBox 19">
            <a:extLst>
              <a:ext uri="{FF2B5EF4-FFF2-40B4-BE49-F238E27FC236}">
                <a16:creationId xmlns:a16="http://schemas.microsoft.com/office/drawing/2014/main" id="{D7A7814B-1B67-5395-19C3-EB60B3B81A6D}"/>
              </a:ext>
            </a:extLst>
          </p:cNvPr>
          <p:cNvSpPr txBox="1"/>
          <p:nvPr/>
        </p:nvSpPr>
        <p:spPr>
          <a:xfrm>
            <a:off x="4689389" y="2524639"/>
            <a:ext cx="749797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latin typeface="Tahoma"/>
                <a:ea typeface="+mn-lt"/>
                <a:cs typeface="+mn-lt"/>
              </a:rPr>
              <a:t> static </a:t>
            </a:r>
            <a:r>
              <a:rPr lang="en-US" b="1" dirty="0" err="1">
                <a:latin typeface="Tahoma"/>
                <a:ea typeface="+mn-lt"/>
                <a:cs typeface="+mn-lt"/>
              </a:rPr>
              <a:t>CounterProvider</a:t>
            </a:r>
            <a:r>
              <a:rPr lang="en-US" b="1" dirty="0">
                <a:latin typeface="Tahoma"/>
                <a:ea typeface="+mn-lt"/>
                <a:cs typeface="+mn-lt"/>
              </a:rPr>
              <a:t> of(</a:t>
            </a:r>
            <a:r>
              <a:rPr lang="en-US" b="1" dirty="0" err="1">
                <a:latin typeface="Tahoma"/>
                <a:ea typeface="+mn-lt"/>
                <a:cs typeface="+mn-lt"/>
              </a:rPr>
              <a:t>BuildContext</a:t>
            </a:r>
            <a:r>
              <a:rPr lang="en-US" b="1" dirty="0">
                <a:latin typeface="Tahoma"/>
                <a:ea typeface="+mn-lt"/>
                <a:cs typeface="+mn-lt"/>
              </a:rPr>
              <a:t> context)</a:t>
            </a:r>
            <a:r>
              <a:rPr lang="en-US" dirty="0">
                <a:latin typeface="Tahoma"/>
                <a:ea typeface="+mn-lt"/>
                <a:cs typeface="+mn-lt"/>
              </a:rPr>
              <a:t>: Phương </a:t>
            </a:r>
            <a:r>
              <a:rPr lang="en-US" dirty="0" err="1">
                <a:latin typeface="Tahoma"/>
                <a:ea typeface="+mn-lt"/>
                <a:cs typeface="+mn-lt"/>
              </a:rPr>
              <a:t>thức</a:t>
            </a:r>
            <a:r>
              <a:rPr lang="en-US" dirty="0">
                <a:latin typeface="Tahoma"/>
                <a:ea typeface="+mn-lt"/>
                <a:cs typeface="+mn-lt"/>
              </a:rPr>
              <a:t>  </a:t>
            </a:r>
            <a:r>
              <a:rPr lang="en-US" dirty="0" err="1">
                <a:latin typeface="Tahoma"/>
                <a:ea typeface="+mn-lt"/>
                <a:cs typeface="+mn-lt"/>
              </a:rPr>
              <a:t>này</a:t>
            </a:r>
            <a:r>
              <a:rPr lang="en-US" dirty="0">
                <a:latin typeface="Tahoma"/>
                <a:ea typeface="+mn-lt"/>
                <a:cs typeface="+mn-lt"/>
              </a:rPr>
              <a:t> </a:t>
            </a:r>
            <a:r>
              <a:rPr lang="en-US" dirty="0" err="1">
                <a:latin typeface="Tahoma"/>
                <a:ea typeface="+mn-lt"/>
                <a:cs typeface="+mn-lt"/>
              </a:rPr>
              <a:t>giúp</a:t>
            </a:r>
            <a:r>
              <a:rPr lang="en-US" dirty="0">
                <a:latin typeface="Tahoma"/>
                <a:ea typeface="+mn-lt"/>
                <a:cs typeface="+mn-lt"/>
              </a:rPr>
              <a:t> </a:t>
            </a:r>
            <a:r>
              <a:rPr lang="en-US" dirty="0" err="1">
                <a:latin typeface="Tahoma"/>
                <a:ea typeface="+mn-lt"/>
                <a:cs typeface="+mn-lt"/>
              </a:rPr>
              <a:t>các</a:t>
            </a:r>
            <a:r>
              <a:rPr lang="en-US" dirty="0">
                <a:latin typeface="Tahoma"/>
                <a:ea typeface="+mn-lt"/>
                <a:cs typeface="+mn-lt"/>
              </a:rPr>
              <a:t> widget con </a:t>
            </a:r>
            <a:r>
              <a:rPr lang="en-US" dirty="0" err="1">
                <a:latin typeface="Tahoma"/>
                <a:ea typeface="+mn-lt"/>
                <a:cs typeface="+mn-lt"/>
              </a:rPr>
              <a:t>truy</a:t>
            </a:r>
            <a:r>
              <a:rPr lang="en-US" dirty="0">
                <a:latin typeface="Tahoma"/>
                <a:ea typeface="+mn-lt"/>
                <a:cs typeface="+mn-lt"/>
              </a:rPr>
              <a:t> </a:t>
            </a:r>
            <a:r>
              <a:rPr lang="en-US" dirty="0" err="1">
                <a:latin typeface="Tahoma"/>
                <a:ea typeface="+mn-lt"/>
                <a:cs typeface="+mn-lt"/>
              </a:rPr>
              <a:t>cập</a:t>
            </a:r>
            <a:r>
              <a:rPr lang="en-US" dirty="0">
                <a:latin typeface="Tahoma"/>
                <a:ea typeface="+mn-lt"/>
                <a:cs typeface="+mn-lt"/>
              </a:rPr>
              <a:t> </a:t>
            </a:r>
            <a:r>
              <a:rPr lang="en-US" dirty="0" err="1">
                <a:latin typeface="Tahoma"/>
                <a:ea typeface="+mn-lt"/>
                <a:cs typeface="+mn-lt"/>
              </a:rPr>
              <a:t>đến</a:t>
            </a:r>
            <a:r>
              <a:rPr lang="en-US" dirty="0">
                <a:latin typeface="Tahoma"/>
                <a:ea typeface="+mn-lt"/>
                <a:cs typeface="+mn-lt"/>
              </a:rPr>
              <a:t> </a:t>
            </a:r>
            <a:r>
              <a:rPr lang="en-US" dirty="0" err="1">
                <a:latin typeface="Tahoma"/>
                <a:ea typeface="+mn-lt"/>
                <a:cs typeface="+mn-lt"/>
              </a:rPr>
              <a:t>CounterProvider</a:t>
            </a:r>
            <a:r>
              <a:rPr lang="en-US" dirty="0">
                <a:latin typeface="Tahoma"/>
                <a:ea typeface="+mn-lt"/>
                <a:cs typeface="+mn-lt"/>
              </a:rPr>
              <a:t> </a:t>
            </a:r>
            <a:r>
              <a:rPr lang="en-US" dirty="0" err="1">
                <a:latin typeface="Tahoma"/>
                <a:ea typeface="+mn-lt"/>
                <a:cs typeface="+mn-lt"/>
              </a:rPr>
              <a:t>và</a:t>
            </a:r>
            <a:r>
              <a:rPr lang="en-US" dirty="0">
                <a:latin typeface="Tahoma"/>
                <a:ea typeface="+mn-lt"/>
                <a:cs typeface="+mn-lt"/>
              </a:rPr>
              <a:t> </a:t>
            </a:r>
            <a:r>
              <a:rPr lang="en-US" dirty="0" err="1">
                <a:latin typeface="Tahoma"/>
                <a:ea typeface="+mn-lt"/>
                <a:cs typeface="+mn-lt"/>
              </a:rPr>
              <a:t>đăng</a:t>
            </a:r>
            <a:r>
              <a:rPr lang="en-US" dirty="0">
                <a:latin typeface="Tahoma"/>
                <a:ea typeface="+mn-lt"/>
                <a:cs typeface="+mn-lt"/>
              </a:rPr>
              <a:t> </a:t>
            </a:r>
            <a:r>
              <a:rPr lang="en-US" dirty="0" err="1">
                <a:latin typeface="Tahoma"/>
                <a:ea typeface="+mn-lt"/>
                <a:cs typeface="+mn-lt"/>
              </a:rPr>
              <a:t>ký</a:t>
            </a:r>
            <a:r>
              <a:rPr lang="en-US" dirty="0">
                <a:latin typeface="Tahoma"/>
                <a:ea typeface="+mn-lt"/>
                <a:cs typeface="+mn-lt"/>
              </a:rPr>
              <a:t> </a:t>
            </a:r>
            <a:r>
              <a:rPr lang="en-US" dirty="0" err="1">
                <a:latin typeface="Tahoma"/>
                <a:ea typeface="+mn-lt"/>
                <a:cs typeface="+mn-lt"/>
              </a:rPr>
              <a:t>nhận</a:t>
            </a:r>
            <a:r>
              <a:rPr lang="en-US" dirty="0">
                <a:latin typeface="Tahoma"/>
                <a:ea typeface="+mn-lt"/>
                <a:cs typeface="+mn-lt"/>
              </a:rPr>
              <a:t> </a:t>
            </a:r>
            <a:r>
              <a:rPr lang="en-US" dirty="0" err="1">
                <a:latin typeface="Tahoma"/>
                <a:ea typeface="+mn-lt"/>
                <a:cs typeface="+mn-lt"/>
              </a:rPr>
              <a:t>thông</a:t>
            </a:r>
            <a:r>
              <a:rPr lang="en-US" dirty="0">
                <a:latin typeface="Tahoma"/>
                <a:ea typeface="+mn-lt"/>
                <a:cs typeface="+mn-lt"/>
              </a:rPr>
              <a:t> </a:t>
            </a:r>
            <a:r>
              <a:rPr lang="en-US" dirty="0" err="1">
                <a:latin typeface="Tahoma"/>
                <a:ea typeface="+mn-lt"/>
                <a:cs typeface="+mn-lt"/>
              </a:rPr>
              <a:t>báo</a:t>
            </a:r>
            <a:r>
              <a:rPr lang="en-US" dirty="0">
                <a:latin typeface="Tahoma"/>
                <a:ea typeface="+mn-lt"/>
                <a:cs typeface="+mn-lt"/>
              </a:rPr>
              <a:t> </a:t>
            </a:r>
            <a:r>
              <a:rPr lang="en-US" dirty="0" err="1">
                <a:latin typeface="Tahoma"/>
                <a:ea typeface="+mn-lt"/>
                <a:cs typeface="+mn-lt"/>
              </a:rPr>
              <a:t>khi</a:t>
            </a:r>
            <a:r>
              <a:rPr lang="en-US" dirty="0">
                <a:latin typeface="Tahoma"/>
                <a:ea typeface="+mn-lt"/>
                <a:cs typeface="+mn-lt"/>
              </a:rPr>
              <a:t> </a:t>
            </a:r>
            <a:r>
              <a:rPr lang="en-US" dirty="0" err="1">
                <a:latin typeface="Tahoma"/>
                <a:ea typeface="+mn-lt"/>
                <a:cs typeface="+mn-lt"/>
              </a:rPr>
              <a:t>dữ</a:t>
            </a:r>
            <a:r>
              <a:rPr lang="en-US" dirty="0">
                <a:latin typeface="Tahoma"/>
                <a:ea typeface="+mn-lt"/>
                <a:cs typeface="+mn-lt"/>
              </a:rPr>
              <a:t> </a:t>
            </a:r>
            <a:r>
              <a:rPr lang="en-US" dirty="0" err="1">
                <a:latin typeface="Tahoma"/>
                <a:ea typeface="+mn-lt"/>
                <a:cs typeface="+mn-lt"/>
              </a:rPr>
              <a:t>liệu</a:t>
            </a:r>
            <a:r>
              <a:rPr lang="en-US" dirty="0">
                <a:latin typeface="Tahoma"/>
                <a:ea typeface="+mn-lt"/>
                <a:cs typeface="+mn-lt"/>
              </a:rPr>
              <a:t> </a:t>
            </a:r>
            <a:r>
              <a:rPr lang="en-US" dirty="0" err="1">
                <a:latin typeface="Tahoma"/>
                <a:ea typeface="+mn-lt"/>
                <a:cs typeface="+mn-lt"/>
              </a:rPr>
              <a:t>thay</a:t>
            </a:r>
            <a:r>
              <a:rPr lang="en-US" dirty="0">
                <a:latin typeface="Tahoma"/>
                <a:ea typeface="+mn-lt"/>
                <a:cs typeface="+mn-lt"/>
              </a:rPr>
              <a:t> </a:t>
            </a:r>
            <a:r>
              <a:rPr lang="en-US" dirty="0" err="1">
                <a:latin typeface="Tahoma"/>
                <a:ea typeface="+mn-lt"/>
                <a:cs typeface="+mn-lt"/>
              </a:rPr>
              <a:t>đổi</a:t>
            </a:r>
            <a:r>
              <a:rPr lang="en-US" dirty="0">
                <a:latin typeface="Tahoma"/>
                <a:ea typeface="+mn-lt"/>
                <a:cs typeface="+mn-lt"/>
              </a:rPr>
              <a:t>.</a:t>
            </a:r>
            <a:endParaRPr lang="en-US">
              <a:latin typeface="Tahoma"/>
              <a:ea typeface="Tahoma"/>
              <a:cs typeface="Tahoma"/>
            </a:endParaRPr>
          </a:p>
          <a:p>
            <a:pPr marL="285750" indent="-285750">
              <a:buFont typeface="Arial"/>
              <a:buChar char="•"/>
            </a:pPr>
            <a:endParaRPr lang="en-US" dirty="0">
              <a:latin typeface="Tahoma"/>
              <a:ea typeface="Tahoma"/>
              <a:cs typeface="Tahoma"/>
            </a:endParaRPr>
          </a:p>
          <a:p>
            <a:endParaRPr lang="en-US" b="1" dirty="0">
              <a:latin typeface="Tahoma"/>
              <a:ea typeface="Tahoma"/>
              <a:cs typeface="Tahoma"/>
            </a:endParaRPr>
          </a:p>
        </p:txBody>
      </p:sp>
      <p:sp>
        <p:nvSpPr>
          <p:cNvPr id="21" name="TextBox 20">
            <a:extLst>
              <a:ext uri="{FF2B5EF4-FFF2-40B4-BE49-F238E27FC236}">
                <a16:creationId xmlns:a16="http://schemas.microsoft.com/office/drawing/2014/main" id="{F64629F6-8377-8472-747C-CC0BF0C44A03}"/>
              </a:ext>
            </a:extLst>
          </p:cNvPr>
          <p:cNvSpPr txBox="1"/>
          <p:nvPr/>
        </p:nvSpPr>
        <p:spPr>
          <a:xfrm>
            <a:off x="7182109" y="4832779"/>
            <a:ext cx="4561702" cy="707886"/>
          </a:xfrm>
          <a:prstGeom prst="rect">
            <a:avLst/>
          </a:prstGeom>
          <a:noFill/>
          <a:ln>
            <a:solidFill>
              <a:srgbClr val="FF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err="1">
                <a:latin typeface="Tahoma"/>
                <a:ea typeface="Tahoma"/>
                <a:cs typeface="Tahoma"/>
              </a:rPr>
              <a:t>CounterProvider</a:t>
            </a:r>
            <a:r>
              <a:rPr lang="en-US" sz="2000" dirty="0">
                <a:latin typeface="Tahoma"/>
                <a:ea typeface="Tahoma"/>
                <a:cs typeface="Tahoma"/>
              </a:rPr>
              <a:t> </a:t>
            </a:r>
            <a:r>
              <a:rPr lang="en-US" sz="2000" dirty="0" err="1">
                <a:latin typeface="Tahoma"/>
                <a:ea typeface="Tahoma"/>
                <a:cs typeface="Tahoma"/>
              </a:rPr>
              <a:t>là</a:t>
            </a:r>
            <a:r>
              <a:rPr lang="en-US" sz="2000" dirty="0">
                <a:latin typeface="Tahoma"/>
                <a:ea typeface="Tahoma"/>
                <a:cs typeface="Tahoma"/>
              </a:rPr>
              <a:t> </a:t>
            </a:r>
            <a:r>
              <a:rPr lang="en-US" sz="2000" b="1" dirty="0" err="1">
                <a:latin typeface="Tahoma"/>
                <a:ea typeface="Tahoma"/>
                <a:cs typeface="Tahoma"/>
              </a:rPr>
              <a:t>cơ</a:t>
            </a:r>
            <a:r>
              <a:rPr lang="en-US" sz="2000" b="1" dirty="0">
                <a:latin typeface="Tahoma"/>
                <a:ea typeface="Tahoma"/>
                <a:cs typeface="Tahoma"/>
              </a:rPr>
              <a:t> </a:t>
            </a:r>
            <a:r>
              <a:rPr lang="en-US" sz="2000" b="1" dirty="0" err="1">
                <a:latin typeface="Tahoma"/>
                <a:ea typeface="Tahoma"/>
                <a:cs typeface="Tahoma"/>
              </a:rPr>
              <a:t>chế</a:t>
            </a:r>
            <a:r>
              <a:rPr lang="en-US" sz="2000" b="1" dirty="0">
                <a:latin typeface="Tahoma"/>
                <a:ea typeface="Tahoma"/>
                <a:cs typeface="Tahoma"/>
              </a:rPr>
              <a:t> </a:t>
            </a:r>
            <a:r>
              <a:rPr lang="en-US" sz="2000" b="1" dirty="0" err="1">
                <a:latin typeface="Tahoma"/>
                <a:ea typeface="Tahoma"/>
                <a:cs typeface="Tahoma"/>
              </a:rPr>
              <a:t>nền</a:t>
            </a:r>
            <a:r>
              <a:rPr lang="en-US" sz="2000" b="1" dirty="0">
                <a:latin typeface="Tahoma"/>
                <a:ea typeface="Tahoma"/>
                <a:cs typeface="Tahoma"/>
              </a:rPr>
              <a:t> </a:t>
            </a:r>
            <a:r>
              <a:rPr lang="en-US" sz="2000" b="1" dirty="0" err="1">
                <a:latin typeface="Tahoma"/>
                <a:ea typeface="Tahoma"/>
                <a:cs typeface="Tahoma"/>
              </a:rPr>
              <a:t>tảng</a:t>
            </a:r>
            <a:r>
              <a:rPr lang="en-US" sz="2000" dirty="0">
                <a:latin typeface="Tahoma"/>
                <a:ea typeface="Tahoma"/>
                <a:cs typeface="Tahoma"/>
              </a:rPr>
              <a:t> </a:t>
            </a:r>
            <a:r>
              <a:rPr lang="en-US" sz="2000" dirty="0" err="1">
                <a:latin typeface="Tahoma"/>
                <a:ea typeface="Tahoma"/>
                <a:cs typeface="Tahoma"/>
              </a:rPr>
              <a:t>cho</a:t>
            </a:r>
            <a:r>
              <a:rPr lang="en-US" sz="2000" dirty="0">
                <a:latin typeface="Tahoma"/>
                <a:ea typeface="Tahoma"/>
                <a:cs typeface="Tahoma"/>
              </a:rPr>
              <a:t> </a:t>
            </a:r>
            <a:r>
              <a:rPr lang="en-US" sz="2000" dirty="0" err="1">
                <a:latin typeface="Tahoma"/>
                <a:ea typeface="Tahoma"/>
                <a:cs typeface="Tahoma"/>
              </a:rPr>
              <a:t>phép</a:t>
            </a:r>
            <a:r>
              <a:rPr lang="en-US" sz="2000" dirty="0">
                <a:latin typeface="Tahoma"/>
                <a:ea typeface="Tahoma"/>
                <a:cs typeface="Tahoma"/>
              </a:rPr>
              <a:t> chia </a:t>
            </a:r>
            <a:r>
              <a:rPr lang="en-US" sz="2000" dirty="0" err="1">
                <a:latin typeface="Tahoma"/>
                <a:ea typeface="Tahoma"/>
                <a:cs typeface="Tahoma"/>
              </a:rPr>
              <a:t>sẻ</a:t>
            </a:r>
            <a:r>
              <a:rPr lang="en-US" sz="2000" dirty="0">
                <a:latin typeface="Tahoma"/>
                <a:ea typeface="Tahoma"/>
                <a:cs typeface="Tahoma"/>
              </a:rPr>
              <a:t> state (</a:t>
            </a:r>
            <a:r>
              <a:rPr lang="en-US" sz="2000" dirty="0" err="1">
                <a:latin typeface="Tahoma"/>
                <a:ea typeface="Tahoma"/>
                <a:cs typeface="Tahoma"/>
              </a:rPr>
              <a:t>CounterModel</a:t>
            </a:r>
            <a:r>
              <a:rPr lang="en-US" sz="2000" dirty="0">
                <a:latin typeface="Tahoma"/>
                <a:ea typeface="Tahoma"/>
                <a:cs typeface="Tahoma"/>
              </a:rPr>
              <a:t>)</a:t>
            </a:r>
          </a:p>
        </p:txBody>
      </p:sp>
      <p:sp>
        <p:nvSpPr>
          <p:cNvPr id="3" name="TextBox 2">
            <a:extLst>
              <a:ext uri="{FF2B5EF4-FFF2-40B4-BE49-F238E27FC236}">
                <a16:creationId xmlns:a16="http://schemas.microsoft.com/office/drawing/2014/main" id="{02D80A31-D3DC-2031-8BE1-CB3B3F3A6AFD}"/>
              </a:ext>
            </a:extLst>
          </p:cNvPr>
          <p:cNvSpPr txBox="1"/>
          <p:nvPr/>
        </p:nvSpPr>
        <p:spPr>
          <a:xfrm>
            <a:off x="923925" y="1228725"/>
            <a:ext cx="9315450"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00FF"/>
                </a:solidFill>
                <a:latin typeface="Droid Sans Mono"/>
                <a:ea typeface="Droid Sans Mono"/>
                <a:cs typeface="Droid Sans Mono"/>
              </a:rPr>
              <a:t>class</a:t>
            </a:r>
            <a:r>
              <a:rPr lang="en-US" dirty="0">
                <a:latin typeface="Droid Sans Mono"/>
                <a:ea typeface="Droid Sans Mono"/>
                <a:cs typeface="Droid Sans Mono"/>
              </a:rPr>
              <a:t> </a:t>
            </a:r>
            <a:r>
              <a:rPr lang="en-US" dirty="0" err="1">
                <a:solidFill>
                  <a:srgbClr val="2B91AF"/>
                </a:solidFill>
                <a:latin typeface="Droid Sans Mono"/>
                <a:ea typeface="Droid Sans Mono"/>
                <a:cs typeface="Droid Sans Mono"/>
              </a:rPr>
              <a:t>CounterProvider</a:t>
            </a:r>
            <a:r>
              <a:rPr lang="en-US" dirty="0">
                <a:latin typeface="Droid Sans Mono"/>
                <a:ea typeface="Droid Sans Mono"/>
                <a:cs typeface="Droid Sans Mono"/>
              </a:rPr>
              <a:t> </a:t>
            </a:r>
            <a:r>
              <a:rPr lang="en-US" dirty="0">
                <a:solidFill>
                  <a:srgbClr val="0000FF"/>
                </a:solidFill>
                <a:latin typeface="Droid Sans Mono"/>
                <a:ea typeface="Droid Sans Mono"/>
                <a:cs typeface="Droid Sans Mono"/>
              </a:rPr>
              <a:t>extends</a:t>
            </a:r>
            <a:r>
              <a:rPr lang="en-US" dirty="0">
                <a:latin typeface="Droid Sans Mono"/>
                <a:ea typeface="Droid Sans Mono"/>
                <a:cs typeface="Droid Sans Mono"/>
              </a:rPr>
              <a:t> </a:t>
            </a:r>
            <a:r>
              <a:rPr lang="en-US" dirty="0" err="1">
                <a:solidFill>
                  <a:srgbClr val="2B91AF"/>
                </a:solidFill>
                <a:latin typeface="Droid Sans Mono"/>
                <a:ea typeface="Droid Sans Mono"/>
                <a:cs typeface="Droid Sans Mono"/>
              </a:rPr>
              <a:t>InheritedWidget</a:t>
            </a:r>
            <a:r>
              <a:rPr lang="en-US" dirty="0">
                <a:latin typeface="Droid Sans Mono"/>
                <a:ea typeface="Droid Sans Mono"/>
                <a:cs typeface="Droid Sans Mono"/>
              </a:rPr>
              <a:t> {</a:t>
            </a:r>
          </a:p>
          <a:p>
            <a:r>
              <a:rPr lang="en-US" dirty="0">
                <a:solidFill>
                  <a:srgbClr val="0000FF"/>
                </a:solidFill>
                <a:latin typeface="Droid Sans Mono"/>
                <a:ea typeface="Droid Sans Mono"/>
                <a:cs typeface="Droid Sans Mono"/>
              </a:rPr>
              <a:t>final</a:t>
            </a:r>
            <a:r>
              <a:rPr lang="en-US" dirty="0">
                <a:latin typeface="Droid Sans Mono"/>
                <a:ea typeface="Droid Sans Mono"/>
                <a:cs typeface="Droid Sans Mono"/>
              </a:rPr>
              <a:t> </a:t>
            </a:r>
            <a:r>
              <a:rPr lang="en-US" dirty="0" err="1">
                <a:solidFill>
                  <a:srgbClr val="2B91AF"/>
                </a:solidFill>
                <a:latin typeface="Droid Sans Mono"/>
                <a:ea typeface="Droid Sans Mono"/>
                <a:cs typeface="Droid Sans Mono"/>
              </a:rPr>
              <a:t>CounterModel</a:t>
            </a:r>
            <a:r>
              <a:rPr lang="en-US" dirty="0">
                <a:latin typeface="Droid Sans Mono"/>
                <a:ea typeface="Droid Sans Mono"/>
                <a:cs typeface="Droid Sans Mono"/>
              </a:rPr>
              <a:t> counter;</a:t>
            </a:r>
          </a:p>
          <a:p>
            <a:br>
              <a:rPr lang="en-US" dirty="0">
                <a:latin typeface="Droid Sans Mono"/>
                <a:ea typeface="Droid Sans Mono"/>
                <a:cs typeface="Droid Sans Mono"/>
              </a:rPr>
            </a:br>
            <a:r>
              <a:rPr lang="en-US" dirty="0">
                <a:solidFill>
                  <a:srgbClr val="0000FF"/>
                </a:solidFill>
                <a:latin typeface="Droid Sans Mono"/>
                <a:ea typeface="Droid Sans Mono"/>
                <a:cs typeface="Droid Sans Mono"/>
              </a:rPr>
              <a:t>const</a:t>
            </a:r>
            <a:r>
              <a:rPr lang="en-US" dirty="0">
                <a:latin typeface="Droid Sans Mono"/>
                <a:ea typeface="Droid Sans Mono"/>
                <a:cs typeface="Droid Sans Mono"/>
              </a:rPr>
              <a:t> </a:t>
            </a:r>
            <a:r>
              <a:rPr lang="en-US" dirty="0" err="1">
                <a:solidFill>
                  <a:srgbClr val="2B91AF"/>
                </a:solidFill>
                <a:latin typeface="Droid Sans Mono"/>
                <a:ea typeface="Droid Sans Mono"/>
                <a:cs typeface="Droid Sans Mono"/>
              </a:rPr>
              <a:t>CounterProvider</a:t>
            </a:r>
            <a:r>
              <a:rPr lang="en-US" dirty="0">
                <a:latin typeface="Droid Sans Mono"/>
                <a:ea typeface="Droid Sans Mono"/>
                <a:cs typeface="Droid Sans Mono"/>
              </a:rPr>
              <a:t>({</a:t>
            </a:r>
          </a:p>
          <a:p>
            <a:r>
              <a:rPr lang="en-US" dirty="0">
                <a:solidFill>
                  <a:srgbClr val="0000FF"/>
                </a:solidFill>
                <a:latin typeface="Droid Sans Mono"/>
                <a:ea typeface="Droid Sans Mono"/>
                <a:cs typeface="Droid Sans Mono"/>
              </a:rPr>
              <a:t>required</a:t>
            </a:r>
            <a:r>
              <a:rPr lang="en-US" dirty="0">
                <a:latin typeface="Droid Sans Mono"/>
                <a:ea typeface="Droid Sans Mono"/>
                <a:cs typeface="Droid Sans Mono"/>
              </a:rPr>
              <a:t> </a:t>
            </a:r>
            <a:r>
              <a:rPr lang="en-US" err="1">
                <a:solidFill>
                  <a:srgbClr val="0000FF"/>
                </a:solidFill>
                <a:latin typeface="Droid Sans Mono"/>
                <a:ea typeface="Droid Sans Mono"/>
                <a:cs typeface="Droid Sans Mono"/>
              </a:rPr>
              <a:t>this</a:t>
            </a:r>
            <a:r>
              <a:rPr lang="en-US" err="1">
                <a:latin typeface="Droid Sans Mono"/>
                <a:ea typeface="Droid Sans Mono"/>
                <a:cs typeface="Droid Sans Mono"/>
              </a:rPr>
              <a:t>.counter</a:t>
            </a:r>
            <a:r>
              <a:rPr lang="en-US" dirty="0">
                <a:latin typeface="Droid Sans Mono"/>
                <a:ea typeface="Droid Sans Mono"/>
                <a:cs typeface="Droid Sans Mono"/>
              </a:rPr>
              <a:t>,</a:t>
            </a:r>
            <a:endParaRPr lang="en-US">
              <a:latin typeface="Tahoma"/>
              <a:ea typeface="Droid Sans Mono"/>
              <a:cs typeface="Droid Sans Mono"/>
            </a:endParaRPr>
          </a:p>
          <a:p>
            <a:r>
              <a:rPr lang="en-US" dirty="0">
                <a:solidFill>
                  <a:srgbClr val="0000FF"/>
                </a:solidFill>
                <a:latin typeface="Droid Sans Mono"/>
                <a:ea typeface="Droid Sans Mono"/>
                <a:cs typeface="Droid Sans Mono"/>
              </a:rPr>
              <a:t>required</a:t>
            </a:r>
            <a:r>
              <a:rPr lang="en-US" dirty="0">
                <a:latin typeface="Droid Sans Mono"/>
                <a:ea typeface="Droid Sans Mono"/>
                <a:cs typeface="Droid Sans Mono"/>
              </a:rPr>
              <a:t> </a:t>
            </a:r>
            <a:r>
              <a:rPr lang="en-US" dirty="0" err="1">
                <a:solidFill>
                  <a:srgbClr val="0000FF"/>
                </a:solidFill>
                <a:latin typeface="Droid Sans Mono"/>
                <a:ea typeface="Droid Sans Mono"/>
                <a:cs typeface="Droid Sans Mono"/>
              </a:rPr>
              <a:t>super</a:t>
            </a:r>
            <a:r>
              <a:rPr lang="en-US" dirty="0" err="1">
                <a:latin typeface="Droid Sans Mono"/>
                <a:ea typeface="Droid Sans Mono"/>
                <a:cs typeface="Droid Sans Mono"/>
              </a:rPr>
              <a:t>.child</a:t>
            </a:r>
            <a:r>
              <a:rPr lang="en-US" dirty="0">
                <a:latin typeface="Droid Sans Mono"/>
                <a:ea typeface="Droid Sans Mono"/>
                <a:cs typeface="Droid Sans Mono"/>
              </a:rPr>
              <a:t>,</a:t>
            </a:r>
          </a:p>
          <a:p>
            <a:r>
              <a:rPr lang="en-US" dirty="0" err="1">
                <a:solidFill>
                  <a:srgbClr val="0000FF"/>
                </a:solidFill>
                <a:latin typeface="Droid Sans Mono"/>
                <a:ea typeface="Droid Sans Mono"/>
                <a:cs typeface="Droid Sans Mono"/>
              </a:rPr>
              <a:t>super</a:t>
            </a:r>
            <a:r>
              <a:rPr lang="en-US" dirty="0" err="1">
                <a:latin typeface="Droid Sans Mono"/>
                <a:ea typeface="Droid Sans Mono"/>
                <a:cs typeface="Droid Sans Mono"/>
              </a:rPr>
              <a:t>.key</a:t>
            </a:r>
            <a:r>
              <a:rPr lang="en-US" dirty="0">
                <a:latin typeface="Droid Sans Mono"/>
                <a:ea typeface="Droid Sans Mono"/>
                <a:cs typeface="Droid Sans Mono"/>
              </a:rPr>
              <a:t>,</a:t>
            </a:r>
          </a:p>
          <a:p>
            <a:r>
              <a:rPr lang="en-US" dirty="0">
                <a:latin typeface="Droid Sans Mono"/>
                <a:ea typeface="Droid Sans Mono"/>
                <a:cs typeface="Droid Sans Mono"/>
              </a:rPr>
              <a:t>});</a:t>
            </a:r>
          </a:p>
          <a:p>
            <a:br>
              <a:rPr lang="en-US" dirty="0">
                <a:latin typeface="Droid Sans Mono"/>
                <a:ea typeface="Droid Sans Mono"/>
                <a:cs typeface="Droid Sans Mono"/>
              </a:rPr>
            </a:br>
            <a:r>
              <a:rPr lang="en-US" dirty="0">
                <a:solidFill>
                  <a:srgbClr val="0000FF"/>
                </a:solidFill>
                <a:latin typeface="Droid Sans Mono"/>
                <a:ea typeface="Droid Sans Mono"/>
                <a:cs typeface="Droid Sans Mono"/>
              </a:rPr>
              <a:t>static</a:t>
            </a:r>
            <a:r>
              <a:rPr lang="en-US" dirty="0">
                <a:latin typeface="Droid Sans Mono"/>
                <a:ea typeface="Droid Sans Mono"/>
                <a:cs typeface="Droid Sans Mono"/>
              </a:rPr>
              <a:t> </a:t>
            </a:r>
            <a:r>
              <a:rPr lang="en-US" dirty="0" err="1">
                <a:solidFill>
                  <a:srgbClr val="2B91AF"/>
                </a:solidFill>
                <a:latin typeface="Droid Sans Mono"/>
                <a:ea typeface="Droid Sans Mono"/>
                <a:cs typeface="Droid Sans Mono"/>
              </a:rPr>
              <a:t>CounterProvider</a:t>
            </a:r>
            <a:r>
              <a:rPr lang="en-US" dirty="0">
                <a:latin typeface="Droid Sans Mono"/>
                <a:ea typeface="Droid Sans Mono"/>
                <a:cs typeface="Droid Sans Mono"/>
              </a:rPr>
              <a:t> </a:t>
            </a:r>
            <a:r>
              <a:rPr lang="en-US" dirty="0">
                <a:solidFill>
                  <a:srgbClr val="74531F"/>
                </a:solidFill>
                <a:latin typeface="Droid Sans Mono"/>
                <a:ea typeface="Droid Sans Mono"/>
                <a:cs typeface="Droid Sans Mono"/>
              </a:rPr>
              <a:t>of</a:t>
            </a:r>
            <a:r>
              <a:rPr lang="en-US" dirty="0">
                <a:latin typeface="Droid Sans Mono"/>
                <a:ea typeface="Droid Sans Mono"/>
                <a:cs typeface="Droid Sans Mono"/>
              </a:rPr>
              <a:t>(</a:t>
            </a:r>
            <a:r>
              <a:rPr lang="en-US" dirty="0" err="1">
                <a:solidFill>
                  <a:srgbClr val="2B91AF"/>
                </a:solidFill>
                <a:latin typeface="Droid Sans Mono"/>
                <a:ea typeface="Droid Sans Mono"/>
                <a:cs typeface="Droid Sans Mono"/>
              </a:rPr>
              <a:t>BuildContext</a:t>
            </a:r>
            <a:r>
              <a:rPr lang="en-US" dirty="0">
                <a:latin typeface="Droid Sans Mono"/>
                <a:ea typeface="Droid Sans Mono"/>
                <a:cs typeface="Droid Sans Mono"/>
              </a:rPr>
              <a:t> context) {</a:t>
            </a:r>
          </a:p>
          <a:p>
            <a:r>
              <a:rPr lang="en-US" dirty="0">
                <a:solidFill>
                  <a:srgbClr val="008000"/>
                </a:solidFill>
                <a:latin typeface="Droid Sans Mono"/>
                <a:ea typeface="Droid Sans Mono"/>
                <a:cs typeface="Droid Sans Mono"/>
              </a:rPr>
              <a:t>// </a:t>
            </a:r>
            <a:r>
              <a:rPr lang="en-US" dirty="0" err="1">
                <a:solidFill>
                  <a:srgbClr val="008000"/>
                </a:solidFill>
                <a:latin typeface="Droid Sans Mono"/>
                <a:ea typeface="Droid Sans Mono"/>
                <a:cs typeface="Droid Sans Mono"/>
              </a:rPr>
              <a:t>dependOnInheritedWidgetOfExactType</a:t>
            </a:r>
            <a:r>
              <a:rPr lang="en-US" dirty="0">
                <a:solidFill>
                  <a:srgbClr val="008000"/>
                </a:solidFill>
                <a:latin typeface="Droid Sans Mono"/>
                <a:ea typeface="Droid Sans Mono"/>
                <a:cs typeface="Droid Sans Mono"/>
              </a:rPr>
              <a:t> </a:t>
            </a:r>
            <a:r>
              <a:rPr lang="en-US" dirty="0" err="1">
                <a:solidFill>
                  <a:srgbClr val="008000"/>
                </a:solidFill>
                <a:latin typeface="Droid Sans Mono"/>
                <a:ea typeface="Droid Sans Mono"/>
                <a:cs typeface="Droid Sans Mono"/>
              </a:rPr>
              <a:t>giúp</a:t>
            </a:r>
            <a:r>
              <a:rPr lang="en-US" dirty="0">
                <a:solidFill>
                  <a:srgbClr val="008000"/>
                </a:solidFill>
                <a:latin typeface="Droid Sans Mono"/>
                <a:ea typeface="Droid Sans Mono"/>
                <a:cs typeface="Droid Sans Mono"/>
              </a:rPr>
              <a:t> rebuild </a:t>
            </a:r>
            <a:r>
              <a:rPr lang="en-US" dirty="0" err="1">
                <a:solidFill>
                  <a:srgbClr val="008000"/>
                </a:solidFill>
                <a:latin typeface="Droid Sans Mono"/>
                <a:ea typeface="Droid Sans Mono"/>
                <a:cs typeface="Droid Sans Mono"/>
              </a:rPr>
              <a:t>khi</a:t>
            </a:r>
            <a:r>
              <a:rPr lang="en-US" dirty="0">
                <a:solidFill>
                  <a:srgbClr val="008000"/>
                </a:solidFill>
                <a:latin typeface="Droid Sans Mono"/>
                <a:ea typeface="Droid Sans Mono"/>
                <a:cs typeface="Droid Sans Mono"/>
              </a:rPr>
              <a:t> </a:t>
            </a:r>
            <a:r>
              <a:rPr lang="en-US" dirty="0" err="1">
                <a:solidFill>
                  <a:srgbClr val="008000"/>
                </a:solidFill>
                <a:latin typeface="Droid Sans Mono"/>
                <a:ea typeface="Droid Sans Mono"/>
                <a:cs typeface="Droid Sans Mono"/>
              </a:rPr>
              <a:t>dữ</a:t>
            </a:r>
            <a:r>
              <a:rPr lang="en-US" dirty="0">
                <a:solidFill>
                  <a:srgbClr val="008000"/>
                </a:solidFill>
                <a:latin typeface="Droid Sans Mono"/>
                <a:ea typeface="Droid Sans Mono"/>
                <a:cs typeface="Droid Sans Mono"/>
              </a:rPr>
              <a:t> </a:t>
            </a:r>
            <a:r>
              <a:rPr lang="en-US" dirty="0" err="1">
                <a:solidFill>
                  <a:srgbClr val="008000"/>
                </a:solidFill>
                <a:latin typeface="Droid Sans Mono"/>
                <a:ea typeface="Droid Sans Mono"/>
                <a:cs typeface="Droid Sans Mono"/>
              </a:rPr>
              <a:t>liệu</a:t>
            </a:r>
            <a:r>
              <a:rPr lang="en-US" dirty="0">
                <a:solidFill>
                  <a:srgbClr val="008000"/>
                </a:solidFill>
                <a:latin typeface="Droid Sans Mono"/>
                <a:ea typeface="Droid Sans Mono"/>
                <a:cs typeface="Droid Sans Mono"/>
              </a:rPr>
              <a:t> </a:t>
            </a:r>
            <a:r>
              <a:rPr lang="en-US" dirty="0" err="1">
                <a:solidFill>
                  <a:srgbClr val="008000"/>
                </a:solidFill>
                <a:latin typeface="Droid Sans Mono"/>
                <a:ea typeface="Droid Sans Mono"/>
                <a:cs typeface="Droid Sans Mono"/>
              </a:rPr>
              <a:t>thay</a:t>
            </a:r>
            <a:r>
              <a:rPr lang="en-US" dirty="0">
                <a:solidFill>
                  <a:srgbClr val="008000"/>
                </a:solidFill>
                <a:latin typeface="Droid Sans Mono"/>
                <a:ea typeface="Droid Sans Mono"/>
                <a:cs typeface="Droid Sans Mono"/>
              </a:rPr>
              <a:t> </a:t>
            </a:r>
            <a:r>
              <a:rPr lang="en-US" dirty="0" err="1">
                <a:solidFill>
                  <a:srgbClr val="008000"/>
                </a:solidFill>
                <a:latin typeface="Droid Sans Mono"/>
                <a:ea typeface="Droid Sans Mono"/>
                <a:cs typeface="Droid Sans Mono"/>
              </a:rPr>
              <a:t>đổi</a:t>
            </a:r>
          </a:p>
          <a:p>
            <a:r>
              <a:rPr lang="en-US" dirty="0">
                <a:solidFill>
                  <a:srgbClr val="8F08C4"/>
                </a:solidFill>
                <a:latin typeface="Droid Sans Mono"/>
                <a:ea typeface="Droid Sans Mono"/>
                <a:cs typeface="Droid Sans Mono"/>
              </a:rPr>
              <a:t>return</a:t>
            </a:r>
            <a:r>
              <a:rPr lang="en-US" dirty="0">
                <a:latin typeface="Droid Sans Mono"/>
                <a:ea typeface="Droid Sans Mono"/>
                <a:cs typeface="Droid Sans Mono"/>
              </a:rPr>
              <a:t> </a:t>
            </a:r>
            <a:r>
              <a:rPr lang="en-US" dirty="0" err="1">
                <a:latin typeface="Droid Sans Mono"/>
                <a:ea typeface="Droid Sans Mono"/>
                <a:cs typeface="Droid Sans Mono"/>
              </a:rPr>
              <a:t>context.</a:t>
            </a:r>
            <a:r>
              <a:rPr lang="en-US" dirty="0" err="1">
                <a:solidFill>
                  <a:srgbClr val="74531F"/>
                </a:solidFill>
                <a:latin typeface="Droid Sans Mono"/>
                <a:ea typeface="Droid Sans Mono"/>
                <a:cs typeface="Droid Sans Mono"/>
              </a:rPr>
              <a:t>dependOnInheritedWidgetOfExactType</a:t>
            </a:r>
            <a:r>
              <a:rPr lang="en-US" dirty="0">
                <a:latin typeface="Droid Sans Mono"/>
                <a:ea typeface="Droid Sans Mono"/>
                <a:cs typeface="Droid Sans Mono"/>
              </a:rPr>
              <a:t>&lt;</a:t>
            </a:r>
            <a:r>
              <a:rPr lang="en-US" dirty="0" err="1">
                <a:solidFill>
                  <a:srgbClr val="2B91AF"/>
                </a:solidFill>
                <a:latin typeface="Droid Sans Mono"/>
                <a:ea typeface="Droid Sans Mono"/>
                <a:cs typeface="Droid Sans Mono"/>
              </a:rPr>
              <a:t>CounterProvider</a:t>
            </a:r>
            <a:r>
              <a:rPr lang="en-US" dirty="0">
                <a:latin typeface="Droid Sans Mono"/>
                <a:ea typeface="Droid Sans Mono"/>
                <a:cs typeface="Droid Sans Mono"/>
              </a:rPr>
              <a:t>&gt;()!;</a:t>
            </a:r>
          </a:p>
          <a:p>
            <a:r>
              <a:rPr lang="en-US" dirty="0">
                <a:latin typeface="Droid Sans Mono"/>
                <a:ea typeface="Droid Sans Mono"/>
                <a:cs typeface="Droid Sans Mono"/>
              </a:rPr>
              <a:t>}</a:t>
            </a:r>
          </a:p>
          <a:p>
            <a:br>
              <a:rPr lang="en-US" dirty="0">
                <a:latin typeface="Droid Sans Mono"/>
                <a:ea typeface="Droid Sans Mono"/>
                <a:cs typeface="Droid Sans Mono"/>
              </a:rPr>
            </a:br>
            <a:r>
              <a:rPr lang="en-US" dirty="0">
                <a:solidFill>
                  <a:srgbClr val="0000FF"/>
                </a:solidFill>
                <a:latin typeface="Droid Sans Mono"/>
                <a:ea typeface="Droid Sans Mono"/>
                <a:cs typeface="Droid Sans Mono"/>
              </a:rPr>
              <a:t>@override</a:t>
            </a:r>
          </a:p>
          <a:p>
            <a:r>
              <a:rPr lang="en-US" dirty="0">
                <a:solidFill>
                  <a:srgbClr val="2B91AF"/>
                </a:solidFill>
                <a:latin typeface="Droid Sans Mono"/>
                <a:ea typeface="Droid Sans Mono"/>
                <a:cs typeface="Droid Sans Mono"/>
              </a:rPr>
              <a:t>bool</a:t>
            </a:r>
            <a:r>
              <a:rPr lang="en-US" dirty="0">
                <a:latin typeface="Droid Sans Mono"/>
                <a:ea typeface="Droid Sans Mono"/>
                <a:cs typeface="Droid Sans Mono"/>
              </a:rPr>
              <a:t> </a:t>
            </a:r>
            <a:r>
              <a:rPr lang="en-US" dirty="0" err="1">
                <a:solidFill>
                  <a:srgbClr val="74531F"/>
                </a:solidFill>
                <a:latin typeface="Droid Sans Mono"/>
                <a:ea typeface="Droid Sans Mono"/>
                <a:cs typeface="Droid Sans Mono"/>
              </a:rPr>
              <a:t>updateShouldNotify</a:t>
            </a:r>
            <a:r>
              <a:rPr lang="en-US" dirty="0">
                <a:latin typeface="Droid Sans Mono"/>
                <a:ea typeface="Droid Sans Mono"/>
                <a:cs typeface="Droid Sans Mono"/>
              </a:rPr>
              <a:t>(</a:t>
            </a:r>
            <a:r>
              <a:rPr lang="en-US" dirty="0" err="1">
                <a:solidFill>
                  <a:srgbClr val="2B91AF"/>
                </a:solidFill>
                <a:latin typeface="Droid Sans Mono"/>
                <a:ea typeface="Droid Sans Mono"/>
                <a:cs typeface="Droid Sans Mono"/>
              </a:rPr>
              <a:t>CounterProvider</a:t>
            </a:r>
            <a:r>
              <a:rPr lang="en-US" dirty="0">
                <a:latin typeface="Droid Sans Mono"/>
                <a:ea typeface="Droid Sans Mono"/>
                <a:cs typeface="Droid Sans Mono"/>
              </a:rPr>
              <a:t> </a:t>
            </a:r>
            <a:r>
              <a:rPr lang="en-US" dirty="0" err="1">
                <a:latin typeface="Droid Sans Mono"/>
                <a:ea typeface="Droid Sans Mono"/>
                <a:cs typeface="Droid Sans Mono"/>
              </a:rPr>
              <a:t>oldWidget</a:t>
            </a:r>
            <a:r>
              <a:rPr lang="en-US" dirty="0">
                <a:latin typeface="Droid Sans Mono"/>
                <a:ea typeface="Droid Sans Mono"/>
                <a:cs typeface="Droid Sans Mono"/>
              </a:rPr>
              <a:t>) {</a:t>
            </a:r>
          </a:p>
          <a:p>
            <a:r>
              <a:rPr lang="en-US" dirty="0">
                <a:solidFill>
                  <a:srgbClr val="008000"/>
                </a:solidFill>
                <a:latin typeface="Droid Sans Mono"/>
                <a:ea typeface="Droid Sans Mono"/>
                <a:cs typeface="Droid Sans Mono"/>
              </a:rPr>
              <a:t>// </a:t>
            </a:r>
            <a:r>
              <a:rPr lang="en-US" dirty="0" err="1">
                <a:solidFill>
                  <a:srgbClr val="008000"/>
                </a:solidFill>
                <a:latin typeface="Droid Sans Mono"/>
                <a:ea typeface="Droid Sans Mono"/>
                <a:cs typeface="Droid Sans Mono"/>
              </a:rPr>
              <a:t>Chỉ</a:t>
            </a:r>
            <a:r>
              <a:rPr lang="en-US" dirty="0">
                <a:solidFill>
                  <a:srgbClr val="008000"/>
                </a:solidFill>
                <a:latin typeface="Droid Sans Mono"/>
                <a:ea typeface="Droid Sans Mono"/>
                <a:cs typeface="Droid Sans Mono"/>
              </a:rPr>
              <a:t> rebuild </a:t>
            </a:r>
            <a:r>
              <a:rPr lang="en-US" dirty="0" err="1">
                <a:solidFill>
                  <a:srgbClr val="008000"/>
                </a:solidFill>
                <a:latin typeface="Droid Sans Mono"/>
                <a:ea typeface="Droid Sans Mono"/>
                <a:cs typeface="Droid Sans Mono"/>
              </a:rPr>
              <a:t>khi</a:t>
            </a:r>
            <a:r>
              <a:rPr lang="en-US" dirty="0">
                <a:solidFill>
                  <a:srgbClr val="008000"/>
                </a:solidFill>
                <a:latin typeface="Droid Sans Mono"/>
                <a:ea typeface="Droid Sans Mono"/>
                <a:cs typeface="Droid Sans Mono"/>
              </a:rPr>
              <a:t> </a:t>
            </a:r>
            <a:r>
              <a:rPr lang="en-US" dirty="0" err="1">
                <a:solidFill>
                  <a:srgbClr val="008000"/>
                </a:solidFill>
                <a:latin typeface="Droid Sans Mono"/>
                <a:ea typeface="Droid Sans Mono"/>
                <a:cs typeface="Droid Sans Mono"/>
              </a:rPr>
              <a:t>dữ</a:t>
            </a:r>
            <a:r>
              <a:rPr lang="en-US" dirty="0">
                <a:solidFill>
                  <a:srgbClr val="008000"/>
                </a:solidFill>
                <a:latin typeface="Droid Sans Mono"/>
                <a:ea typeface="Droid Sans Mono"/>
                <a:cs typeface="Droid Sans Mono"/>
              </a:rPr>
              <a:t> </a:t>
            </a:r>
            <a:r>
              <a:rPr lang="en-US" dirty="0" err="1">
                <a:solidFill>
                  <a:srgbClr val="008000"/>
                </a:solidFill>
                <a:latin typeface="Droid Sans Mono"/>
                <a:ea typeface="Droid Sans Mono"/>
                <a:cs typeface="Droid Sans Mono"/>
              </a:rPr>
              <a:t>liệu</a:t>
            </a:r>
            <a:r>
              <a:rPr lang="en-US" dirty="0">
                <a:solidFill>
                  <a:srgbClr val="008000"/>
                </a:solidFill>
                <a:latin typeface="Droid Sans Mono"/>
                <a:ea typeface="Droid Sans Mono"/>
                <a:cs typeface="Droid Sans Mono"/>
              </a:rPr>
              <a:t> </a:t>
            </a:r>
            <a:r>
              <a:rPr lang="en-US" dirty="0" err="1">
                <a:solidFill>
                  <a:srgbClr val="008000"/>
                </a:solidFill>
                <a:latin typeface="Droid Sans Mono"/>
                <a:ea typeface="Droid Sans Mono"/>
                <a:cs typeface="Droid Sans Mono"/>
              </a:rPr>
              <a:t>khác</a:t>
            </a:r>
          </a:p>
          <a:p>
            <a:r>
              <a:rPr lang="en-US" dirty="0">
                <a:solidFill>
                  <a:srgbClr val="8F08C4"/>
                </a:solidFill>
                <a:latin typeface="Droid Sans Mono"/>
                <a:ea typeface="Droid Sans Mono"/>
                <a:cs typeface="Droid Sans Mono"/>
              </a:rPr>
              <a:t>return</a:t>
            </a:r>
            <a:r>
              <a:rPr lang="en-US" dirty="0">
                <a:latin typeface="Droid Sans Mono"/>
                <a:ea typeface="Droid Sans Mono"/>
                <a:cs typeface="Droid Sans Mono"/>
              </a:rPr>
              <a:t> counter != </a:t>
            </a:r>
            <a:r>
              <a:rPr lang="en-US" dirty="0" err="1">
                <a:latin typeface="Droid Sans Mono"/>
                <a:ea typeface="Droid Sans Mono"/>
                <a:cs typeface="Droid Sans Mono"/>
              </a:rPr>
              <a:t>oldWidget.counter</a:t>
            </a:r>
            <a:r>
              <a:rPr lang="en-US" dirty="0">
                <a:latin typeface="Droid Sans Mono"/>
                <a:ea typeface="Droid Sans Mono"/>
                <a:cs typeface="Droid Sans Mono"/>
              </a:rPr>
              <a:t>;</a:t>
            </a:r>
          </a:p>
          <a:p>
            <a:r>
              <a:rPr lang="en-US" dirty="0">
                <a:latin typeface="Droid Sans Mono"/>
                <a:ea typeface="Droid Sans Mono"/>
                <a:cs typeface="Droid Sans Mono"/>
              </a:rPr>
              <a:t>}</a:t>
            </a:r>
          </a:p>
          <a:p>
            <a:r>
              <a:rPr lang="en-US" dirty="0">
                <a:latin typeface="Droid Sans Mono"/>
                <a:ea typeface="Droid Sans Mono"/>
                <a:cs typeface="Droid Sans Mono"/>
              </a:rPr>
              <a:t>}</a:t>
            </a:r>
          </a:p>
          <a:p>
            <a:endParaRPr lang="en-US">
              <a:latin typeface="Droid Sans Mono"/>
              <a:ea typeface="Droid Sans Mono"/>
              <a:cs typeface="Droid Sans Mono"/>
            </a:endParaRPr>
          </a:p>
          <a:p>
            <a:pPr algn="ctr"/>
            <a:endParaRPr lang="en-US"/>
          </a:p>
        </p:txBody>
      </p:sp>
    </p:spTree>
    <p:extLst>
      <p:ext uri="{BB962C8B-B14F-4D97-AF65-F5344CB8AC3E}">
        <p14:creationId xmlns:p14="http://schemas.microsoft.com/office/powerpoint/2010/main" val="317086244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6000">
              <a:schemeClr val="tx1"/>
            </a:gs>
            <a:gs pos="2000">
              <a:schemeClr val="bg1"/>
            </a:gs>
            <a:gs pos="11000">
              <a:schemeClr val="bg1"/>
            </a:gs>
          </a:gsLst>
          <a:lin ang="2400000" scaled="0"/>
          <a:tileRect/>
        </a:gradFill>
        <a:effectLst/>
      </p:bgPr>
    </p:bg>
    <p:spTree>
      <p:nvGrpSpPr>
        <p:cNvPr id="1" name="">
          <a:extLst>
            <a:ext uri="{FF2B5EF4-FFF2-40B4-BE49-F238E27FC236}">
              <a16:creationId xmlns:a16="http://schemas.microsoft.com/office/drawing/2014/main" id="{03456A00-D8B3-735C-C897-6204ECC06587}"/>
            </a:ext>
          </a:extLst>
        </p:cNvPr>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98DA5973-41C0-1734-2162-7FD516EF50B4}"/>
              </a:ext>
            </a:extLst>
          </p:cNvPr>
          <p:cNvSpPr/>
          <p:nvPr/>
        </p:nvSpPr>
        <p:spPr>
          <a:xfrm>
            <a:off x="3773117" y="4061176"/>
            <a:ext cx="4020292" cy="2333235"/>
          </a:xfrm>
          <a:prstGeom prst="roundRect">
            <a:avLst>
              <a:gd name="adj" fmla="val 10969"/>
            </a:avLst>
          </a:prstGeom>
          <a:solidFill>
            <a:schemeClr val="bg2">
              <a:lumMod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298B1840-83B5-7149-BD27-0277EC11B680}"/>
              </a:ext>
            </a:extLst>
          </p:cNvPr>
          <p:cNvSpPr/>
          <p:nvPr/>
        </p:nvSpPr>
        <p:spPr>
          <a:xfrm>
            <a:off x="735777" y="2806091"/>
            <a:ext cx="3988382" cy="1831922"/>
          </a:xfrm>
          <a:prstGeom prst="roundRect">
            <a:avLst>
              <a:gd name="adj" fmla="val 13408"/>
            </a:avLst>
          </a:prstGeom>
          <a:solidFill>
            <a:schemeClr val="bg2">
              <a:lumMod val="25000"/>
            </a:schemeClr>
          </a:solidFill>
          <a:ln>
            <a:solidFill>
              <a:schemeClr val="tx1"/>
            </a:solidFill>
          </a:ln>
          <a:effectLst>
            <a:outerShdw blurRad="63500" dist="38100" dir="2154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62629BA-5B84-D494-8E83-FA1C3B401A9D}"/>
              </a:ext>
            </a:extLst>
          </p:cNvPr>
          <p:cNvSpPr txBox="1"/>
          <p:nvPr/>
        </p:nvSpPr>
        <p:spPr>
          <a:xfrm>
            <a:off x="731672" y="531611"/>
            <a:ext cx="8987692" cy="584775"/>
          </a:xfrm>
          <a:prstGeom prst="rect">
            <a:avLst/>
          </a:prstGeom>
          <a:noFill/>
          <a:ln>
            <a:noFill/>
          </a:ln>
        </p:spPr>
        <p:txBody>
          <a:bodyPr wrap="square" lIns="91440" tIns="45720" rIns="91440" bIns="45720" anchor="t">
            <a:spAutoFit/>
          </a:bodyPr>
          <a:lstStyle/>
          <a:p>
            <a:r>
              <a:rPr lang="en-US" sz="3200" dirty="0" err="1">
                <a:ln w="25400" cap="sq">
                  <a:noFill/>
                  <a:miter lim="800000"/>
                </a:ln>
                <a:effectLst>
                  <a:glow rad="177800">
                    <a:schemeClr val="bg1">
                      <a:alpha val="86000"/>
                    </a:schemeClr>
                  </a:glow>
                </a:effectLst>
                <a:latin typeface="Tahoma"/>
                <a:ea typeface="Tahoma"/>
                <a:cs typeface="Tahoma"/>
              </a:rPr>
              <a:t>Context.dependOnInheritedWidgetOfExactType</a:t>
            </a:r>
            <a:r>
              <a:rPr lang="en-US" sz="3200" dirty="0">
                <a:ln w="25400" cap="sq">
                  <a:noFill/>
                  <a:miter lim="800000"/>
                </a:ln>
                <a:effectLst>
                  <a:glow rad="177800">
                    <a:schemeClr val="bg1">
                      <a:alpha val="86000"/>
                    </a:schemeClr>
                  </a:glow>
                </a:effectLst>
                <a:latin typeface="Tahoma"/>
                <a:ea typeface="Tahoma"/>
                <a:cs typeface="Tahoma"/>
              </a:rPr>
              <a:t>()</a:t>
            </a:r>
            <a:endParaRPr lang="en-US" dirty="0">
              <a:latin typeface="Tahoma"/>
              <a:ea typeface="Tahoma"/>
              <a:cs typeface="Tahoma"/>
            </a:endParaRPr>
          </a:p>
        </p:txBody>
      </p:sp>
      <p:cxnSp>
        <p:nvCxnSpPr>
          <p:cNvPr id="8" name="Straight Connector 7">
            <a:extLst>
              <a:ext uri="{FF2B5EF4-FFF2-40B4-BE49-F238E27FC236}">
                <a16:creationId xmlns:a16="http://schemas.microsoft.com/office/drawing/2014/main" id="{BEBD2C2C-9142-2059-7758-EB7E54D3ADF1}"/>
              </a:ext>
            </a:extLst>
          </p:cNvPr>
          <p:cNvCxnSpPr>
            <a:cxnSpLocks/>
          </p:cNvCxnSpPr>
          <p:nvPr/>
        </p:nvCxnSpPr>
        <p:spPr>
          <a:xfrm>
            <a:off x="129945" y="1125413"/>
            <a:ext cx="6615989" cy="10732"/>
          </a:xfrm>
          <a:prstGeom prst="line">
            <a:avLst/>
          </a:prstGeom>
          <a:ln w="635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Diagonal Corners Rounded 10">
            <a:extLst>
              <a:ext uri="{FF2B5EF4-FFF2-40B4-BE49-F238E27FC236}">
                <a16:creationId xmlns:a16="http://schemas.microsoft.com/office/drawing/2014/main" id="{B6A81EDE-F009-64F6-1250-442B93DA719C}"/>
              </a:ext>
            </a:extLst>
          </p:cNvPr>
          <p:cNvSpPr/>
          <p:nvPr/>
        </p:nvSpPr>
        <p:spPr>
          <a:xfrm>
            <a:off x="548907" y="1110801"/>
            <a:ext cx="7309390" cy="1236757"/>
          </a:xfrm>
          <a:prstGeom prst="round2DiagRect">
            <a:avLst>
              <a:gd name="adj1" fmla="val 0"/>
              <a:gd name="adj2" fmla="val 50000"/>
            </a:avLst>
          </a:prstGeom>
          <a:solidFill>
            <a:schemeClr val="bg2">
              <a:lumMod val="1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latin typeface="Tahoma" panose="020B0604030504040204" pitchFamily="34" charset="0"/>
              <a:ea typeface="Tahoma" panose="020B0604030504040204" pitchFamily="34" charset="0"/>
              <a:cs typeface="Tahoma" panose="020B0604030504040204" pitchFamily="34" charset="0"/>
            </a:endParaRPr>
          </a:p>
        </p:txBody>
      </p:sp>
      <p:sp>
        <p:nvSpPr>
          <p:cNvPr id="2" name="TextBox 1">
            <a:extLst>
              <a:ext uri="{FF2B5EF4-FFF2-40B4-BE49-F238E27FC236}">
                <a16:creationId xmlns:a16="http://schemas.microsoft.com/office/drawing/2014/main" id="{B2ED2B04-837B-9F9B-4B2E-3589A4F5AB1E}"/>
              </a:ext>
            </a:extLst>
          </p:cNvPr>
          <p:cNvSpPr txBox="1"/>
          <p:nvPr/>
        </p:nvSpPr>
        <p:spPr>
          <a:xfrm>
            <a:off x="1864894" y="3027948"/>
            <a:ext cx="16944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err="1">
                <a:solidFill>
                  <a:srgbClr val="95DCF7"/>
                </a:solidFill>
                <a:latin typeface="Tahoma"/>
                <a:ea typeface="Tahoma"/>
                <a:cs typeface="Tahoma"/>
              </a:rPr>
              <a:t>Truy</a:t>
            </a:r>
            <a:r>
              <a:rPr lang="en-US" sz="2000" b="1" dirty="0">
                <a:solidFill>
                  <a:srgbClr val="95DCF7"/>
                </a:solidFill>
                <a:latin typeface="Tahoma"/>
                <a:ea typeface="Tahoma"/>
                <a:cs typeface="Tahoma"/>
              </a:rPr>
              <a:t> </a:t>
            </a:r>
            <a:r>
              <a:rPr lang="en-US" sz="2000" b="1" dirty="0" err="1">
                <a:solidFill>
                  <a:srgbClr val="95DCF7"/>
                </a:solidFill>
                <a:latin typeface="Tahoma"/>
                <a:ea typeface="Tahoma"/>
                <a:cs typeface="Tahoma"/>
              </a:rPr>
              <a:t>cập</a:t>
            </a:r>
          </a:p>
        </p:txBody>
      </p:sp>
      <p:sp>
        <p:nvSpPr>
          <p:cNvPr id="5" name="TextBox 4">
            <a:extLst>
              <a:ext uri="{FF2B5EF4-FFF2-40B4-BE49-F238E27FC236}">
                <a16:creationId xmlns:a16="http://schemas.microsoft.com/office/drawing/2014/main" id="{D82D9F4A-9804-FD47-2B4A-66671EFB9BB8}"/>
              </a:ext>
            </a:extLst>
          </p:cNvPr>
          <p:cNvSpPr txBox="1"/>
          <p:nvPr/>
        </p:nvSpPr>
        <p:spPr>
          <a:xfrm>
            <a:off x="4932946" y="4160921"/>
            <a:ext cx="169444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B3E5A1"/>
                </a:solidFill>
                <a:latin typeface="Tahoma"/>
                <a:ea typeface="Tahoma"/>
                <a:cs typeface="Tahoma"/>
              </a:rPr>
              <a:t>Đăng ký (Depend)</a:t>
            </a:r>
            <a:endParaRPr lang="en-US" sz="2000" b="1" dirty="0" err="1">
              <a:solidFill>
                <a:srgbClr val="B3E5A1"/>
              </a:solidFill>
              <a:latin typeface="Tahoma"/>
              <a:ea typeface="Tahoma"/>
              <a:cs typeface="Tahoma"/>
            </a:endParaRPr>
          </a:p>
        </p:txBody>
      </p:sp>
      <p:sp>
        <p:nvSpPr>
          <p:cNvPr id="9" name="TextBox 8">
            <a:extLst>
              <a:ext uri="{FF2B5EF4-FFF2-40B4-BE49-F238E27FC236}">
                <a16:creationId xmlns:a16="http://schemas.microsoft.com/office/drawing/2014/main" id="{9300CD98-8B04-E2C3-A4A2-DFE2659A6E9C}"/>
              </a:ext>
            </a:extLst>
          </p:cNvPr>
          <p:cNvSpPr txBox="1"/>
          <p:nvPr/>
        </p:nvSpPr>
        <p:spPr>
          <a:xfrm>
            <a:off x="701841" y="3649579"/>
            <a:ext cx="402055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err="1">
                <a:solidFill>
                  <a:srgbClr val="FFFFFF"/>
                </a:solidFill>
                <a:latin typeface="Tahoma"/>
                <a:ea typeface="Tahoma"/>
                <a:cs typeface="Tahoma"/>
              </a:rPr>
              <a:t>Tìm</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kiếm</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InheritedWidget</a:t>
            </a:r>
            <a:r>
              <a:rPr lang="en-US" dirty="0">
                <a:solidFill>
                  <a:srgbClr val="FFFFFF"/>
                </a:solidFill>
                <a:latin typeface="Tahoma"/>
                <a:ea typeface="Tahoma"/>
                <a:cs typeface="Tahoma"/>
              </a:rPr>
              <a:t> </a:t>
            </a:r>
            <a:r>
              <a:rPr lang="en-US" b="1" dirty="0" err="1">
                <a:solidFill>
                  <a:srgbClr val="FFFFFF"/>
                </a:solidFill>
                <a:latin typeface="Tahoma"/>
                <a:ea typeface="Tahoma"/>
                <a:cs typeface="Tahoma"/>
              </a:rPr>
              <a:t>gần</a:t>
            </a:r>
            <a:r>
              <a:rPr lang="en-US" b="1" dirty="0">
                <a:solidFill>
                  <a:srgbClr val="FFFFFF"/>
                </a:solidFill>
                <a:latin typeface="Tahoma"/>
                <a:ea typeface="Tahoma"/>
                <a:cs typeface="Tahoma"/>
              </a:rPr>
              <a:t> </a:t>
            </a:r>
            <a:r>
              <a:rPr lang="en-US" b="1" dirty="0" err="1">
                <a:solidFill>
                  <a:srgbClr val="FFFFFF"/>
                </a:solidFill>
                <a:latin typeface="Tahoma"/>
                <a:ea typeface="Tahoma"/>
                <a:cs typeface="Tahoma"/>
              </a:rPr>
              <a:t>nhất</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theo</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chiều</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đi</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lên</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cây</a:t>
            </a:r>
            <a:r>
              <a:rPr lang="en-US" dirty="0">
                <a:solidFill>
                  <a:srgbClr val="FFFFFF"/>
                </a:solidFill>
                <a:latin typeface="Tahoma"/>
                <a:ea typeface="Tahoma"/>
                <a:cs typeface="Tahoma"/>
              </a:rPr>
              <a:t> Widget.</a:t>
            </a:r>
          </a:p>
          <a:p>
            <a:pPr algn="ctr"/>
            <a:endParaRPr lang="en-US">
              <a:solidFill>
                <a:srgbClr val="FFFFFF"/>
              </a:solidFill>
              <a:latin typeface="Tahoma"/>
              <a:ea typeface="Tahoma"/>
              <a:cs typeface="Tahoma"/>
            </a:endParaRPr>
          </a:p>
        </p:txBody>
      </p:sp>
      <p:sp>
        <p:nvSpPr>
          <p:cNvPr id="10" name="TextBox 9">
            <a:extLst>
              <a:ext uri="{FF2B5EF4-FFF2-40B4-BE49-F238E27FC236}">
                <a16:creationId xmlns:a16="http://schemas.microsoft.com/office/drawing/2014/main" id="{8D4B2577-E9CB-D87D-7D01-9AB60FF80744}"/>
              </a:ext>
            </a:extLst>
          </p:cNvPr>
          <p:cNvSpPr txBox="1"/>
          <p:nvPr/>
        </p:nvSpPr>
        <p:spPr>
          <a:xfrm>
            <a:off x="3769894" y="4902869"/>
            <a:ext cx="402055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err="1">
                <a:solidFill>
                  <a:srgbClr val="FFFFFF"/>
                </a:solidFill>
                <a:latin typeface="Tahoma"/>
                <a:ea typeface="Tahoma"/>
                <a:cs typeface="Tahoma"/>
              </a:rPr>
              <a:t>Thiết</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lập</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mối</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quan</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hệ</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phụ</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thuộc</a:t>
            </a:r>
          </a:p>
          <a:p>
            <a:pPr algn="ctr"/>
            <a:endParaRPr lang="en-US" dirty="0">
              <a:solidFill>
                <a:srgbClr val="FFFFFF"/>
              </a:solidFill>
              <a:latin typeface="Tahoma"/>
              <a:ea typeface="Tahoma"/>
              <a:cs typeface="Tahoma"/>
            </a:endParaRPr>
          </a:p>
          <a:p>
            <a:pPr algn="ctr"/>
            <a:r>
              <a:rPr lang="en-US" dirty="0" err="1">
                <a:solidFill>
                  <a:srgbClr val="FFFFFF"/>
                </a:solidFill>
                <a:latin typeface="Tahoma"/>
                <a:ea typeface="Tahoma"/>
                <a:cs typeface="Tahoma"/>
              </a:rPr>
              <a:t>Tự</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động</a:t>
            </a:r>
            <a:r>
              <a:rPr lang="en-US" dirty="0">
                <a:solidFill>
                  <a:srgbClr val="FFFFFF"/>
                </a:solidFill>
                <a:latin typeface="Tahoma"/>
                <a:ea typeface="Tahoma"/>
                <a:cs typeface="Tahoma"/>
              </a:rPr>
              <a:t> rebuild </a:t>
            </a:r>
            <a:r>
              <a:rPr lang="en-US" dirty="0" err="1">
                <a:solidFill>
                  <a:srgbClr val="FFFFFF"/>
                </a:solidFill>
                <a:latin typeface="Tahoma"/>
                <a:ea typeface="Tahoma"/>
                <a:cs typeface="Tahoma"/>
              </a:rPr>
              <a:t>khi</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InheritedWidget</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thay</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đổi</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và</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tra</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về</a:t>
            </a:r>
            <a:r>
              <a:rPr lang="en-US" dirty="0">
                <a:solidFill>
                  <a:srgbClr val="FFFFFF"/>
                </a:solidFill>
                <a:latin typeface="Tahoma"/>
                <a:ea typeface="Tahoma"/>
                <a:cs typeface="Tahoma"/>
              </a:rPr>
              <a:t> </a:t>
            </a:r>
            <a:r>
              <a:rPr lang="en-US" dirty="0">
                <a:solidFill>
                  <a:schemeClr val="accent2">
                    <a:lumMod val="60000"/>
                    <a:lumOff val="40000"/>
                  </a:schemeClr>
                </a:solidFill>
                <a:latin typeface="Tahoma"/>
                <a:ea typeface="Tahoma"/>
                <a:cs typeface="Tahoma"/>
              </a:rPr>
              <a:t>True </a:t>
            </a:r>
            <a:r>
              <a:rPr lang="en-US" dirty="0">
                <a:solidFill>
                  <a:schemeClr val="bg1"/>
                </a:solidFill>
                <a:latin typeface="Tahoma"/>
                <a:ea typeface="Tahoma"/>
                <a:cs typeface="Tahoma"/>
              </a:rPr>
              <a:t>update...</a:t>
            </a:r>
            <a:r>
              <a:rPr lang="en-US" dirty="0" err="1">
                <a:solidFill>
                  <a:schemeClr val="bg1"/>
                </a:solidFill>
                <a:latin typeface="Tahoma"/>
                <a:ea typeface="Tahoma"/>
                <a:cs typeface="Tahoma"/>
              </a:rPr>
              <a:t>ify</a:t>
            </a:r>
            <a:r>
              <a:rPr lang="en-US" dirty="0">
                <a:solidFill>
                  <a:schemeClr val="bg1"/>
                </a:solidFill>
                <a:latin typeface="Tahoma"/>
                <a:ea typeface="Tahoma"/>
                <a:cs typeface="Tahoma"/>
              </a:rPr>
              <a:t>()</a:t>
            </a:r>
          </a:p>
        </p:txBody>
      </p:sp>
      <p:pic>
        <p:nvPicPr>
          <p:cNvPr id="3" name="Picture 2" descr="A screen shot of a computer&#10;&#10;AI-generated content may be incorrect.">
            <a:extLst>
              <a:ext uri="{FF2B5EF4-FFF2-40B4-BE49-F238E27FC236}">
                <a16:creationId xmlns:a16="http://schemas.microsoft.com/office/drawing/2014/main" id="{1B87EA75-00D0-F8CA-AE4F-645C410A9D85}"/>
              </a:ext>
            </a:extLst>
          </p:cNvPr>
          <p:cNvPicPr>
            <a:picLocks noChangeAspect="1"/>
          </p:cNvPicPr>
          <p:nvPr/>
        </p:nvPicPr>
        <p:blipFill>
          <a:blip r:embed="rId3"/>
          <a:srcRect l="945" t="2300" r="-154" b="27985"/>
          <a:stretch>
            <a:fillRect/>
          </a:stretch>
        </p:blipFill>
        <p:spPr>
          <a:xfrm>
            <a:off x="797538" y="1243129"/>
            <a:ext cx="6809799" cy="936283"/>
          </a:xfrm>
          <a:prstGeom prst="rect">
            <a:avLst/>
          </a:prstGeom>
        </p:spPr>
      </p:pic>
    </p:spTree>
    <p:extLst>
      <p:ext uri="{BB962C8B-B14F-4D97-AF65-F5344CB8AC3E}">
        <p14:creationId xmlns:p14="http://schemas.microsoft.com/office/powerpoint/2010/main" val="34358037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6000">
              <a:schemeClr val="tx1"/>
            </a:gs>
            <a:gs pos="2000">
              <a:schemeClr val="bg1"/>
            </a:gs>
            <a:gs pos="11000">
              <a:schemeClr val="bg1"/>
            </a:gs>
          </a:gsLst>
          <a:lin ang="2400000" scaled="0"/>
          <a:tileRect/>
        </a:gradFill>
        <a:effectLst/>
      </p:bgPr>
    </p:bg>
    <p:spTree>
      <p:nvGrpSpPr>
        <p:cNvPr id="1" name="">
          <a:extLst>
            <a:ext uri="{FF2B5EF4-FFF2-40B4-BE49-F238E27FC236}">
              <a16:creationId xmlns:a16="http://schemas.microsoft.com/office/drawing/2014/main" id="{A8A706F2-96D8-18A8-9D6E-52475675322D}"/>
            </a:ext>
          </a:extLst>
        </p:cNvPr>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D7A3D50D-5A76-5E77-D82E-05BA601D5095}"/>
              </a:ext>
            </a:extLst>
          </p:cNvPr>
          <p:cNvSpPr/>
          <p:nvPr/>
        </p:nvSpPr>
        <p:spPr>
          <a:xfrm>
            <a:off x="4401252" y="3319772"/>
            <a:ext cx="3247995" cy="1004883"/>
          </a:xfrm>
          <a:prstGeom prst="roundRect">
            <a:avLst>
              <a:gd name="adj" fmla="val 10969"/>
            </a:avLst>
          </a:prstGeom>
          <a:solidFill>
            <a:schemeClr val="bg2">
              <a:lumMod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DD5D7657-1DA5-9D86-A28F-25F9FF080363}"/>
              </a:ext>
            </a:extLst>
          </p:cNvPr>
          <p:cNvSpPr/>
          <p:nvPr/>
        </p:nvSpPr>
        <p:spPr>
          <a:xfrm>
            <a:off x="437155" y="3279767"/>
            <a:ext cx="2433491" cy="1059625"/>
          </a:xfrm>
          <a:prstGeom prst="roundRect">
            <a:avLst>
              <a:gd name="adj" fmla="val 13408"/>
            </a:avLst>
          </a:prstGeom>
          <a:solidFill>
            <a:schemeClr val="bg2">
              <a:lumMod val="25000"/>
            </a:schemeClr>
          </a:solidFill>
          <a:ln>
            <a:solidFill>
              <a:schemeClr val="tx1"/>
            </a:solidFill>
          </a:ln>
          <a:effectLst>
            <a:outerShdw blurRad="63500" dist="38100" dir="2154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66A500F-F6E4-90D9-487F-0BDBCDD3B829}"/>
              </a:ext>
            </a:extLst>
          </p:cNvPr>
          <p:cNvSpPr txBox="1"/>
          <p:nvPr/>
        </p:nvSpPr>
        <p:spPr>
          <a:xfrm>
            <a:off x="731672" y="531611"/>
            <a:ext cx="8987692" cy="584775"/>
          </a:xfrm>
          <a:prstGeom prst="rect">
            <a:avLst/>
          </a:prstGeom>
          <a:noFill/>
          <a:ln>
            <a:noFill/>
          </a:ln>
        </p:spPr>
        <p:txBody>
          <a:bodyPr wrap="square" lIns="91440" tIns="45720" rIns="91440" bIns="45720" anchor="t">
            <a:spAutoFit/>
          </a:bodyPr>
          <a:lstStyle/>
          <a:p>
            <a:r>
              <a:rPr lang="en-US" sz="3200" b="1" dirty="0">
                <a:ln w="25400" cap="sq">
                  <a:noFill/>
                  <a:miter lim="800000"/>
                </a:ln>
                <a:effectLst>
                  <a:glow rad="177800">
                    <a:schemeClr val="bg1">
                      <a:alpha val="86000"/>
                    </a:schemeClr>
                  </a:glow>
                </a:effectLst>
                <a:latin typeface="Tahoma"/>
                <a:ea typeface="+mn-lt"/>
                <a:cs typeface="+mn-lt"/>
              </a:rPr>
              <a:t>PERFORMANCE CONSIDERATIONS</a:t>
            </a:r>
            <a:endParaRPr lang="en-US" b="1">
              <a:latin typeface="Tahoma"/>
              <a:ea typeface="Tahoma"/>
              <a:cs typeface="Tahoma"/>
            </a:endParaRPr>
          </a:p>
        </p:txBody>
      </p:sp>
      <p:cxnSp>
        <p:nvCxnSpPr>
          <p:cNvPr id="8" name="Straight Connector 7">
            <a:extLst>
              <a:ext uri="{FF2B5EF4-FFF2-40B4-BE49-F238E27FC236}">
                <a16:creationId xmlns:a16="http://schemas.microsoft.com/office/drawing/2014/main" id="{800706D0-0460-170C-8020-53B74EE376B7}"/>
              </a:ext>
            </a:extLst>
          </p:cNvPr>
          <p:cNvCxnSpPr>
            <a:cxnSpLocks/>
          </p:cNvCxnSpPr>
          <p:nvPr/>
        </p:nvCxnSpPr>
        <p:spPr>
          <a:xfrm>
            <a:off x="129945" y="1125413"/>
            <a:ext cx="6615989" cy="10732"/>
          </a:xfrm>
          <a:prstGeom prst="line">
            <a:avLst/>
          </a:prstGeom>
          <a:ln w="635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Diagonal Corners Rounded 10">
            <a:extLst>
              <a:ext uri="{FF2B5EF4-FFF2-40B4-BE49-F238E27FC236}">
                <a16:creationId xmlns:a16="http://schemas.microsoft.com/office/drawing/2014/main" id="{98D27F30-4C66-5F1F-DDAA-DC22FBA4C497}"/>
              </a:ext>
            </a:extLst>
          </p:cNvPr>
          <p:cNvSpPr/>
          <p:nvPr/>
        </p:nvSpPr>
        <p:spPr>
          <a:xfrm>
            <a:off x="548907" y="1110801"/>
            <a:ext cx="6094309" cy="1689837"/>
          </a:xfrm>
          <a:prstGeom prst="round2DiagRect">
            <a:avLst>
              <a:gd name="adj1" fmla="val 0"/>
              <a:gd name="adj2" fmla="val 50000"/>
            </a:avLst>
          </a:prstGeom>
          <a:solidFill>
            <a:schemeClr val="bg2">
              <a:lumMod val="1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latin typeface="Tahoma" panose="020B0604030504040204" pitchFamily="34" charset="0"/>
              <a:ea typeface="Tahoma" panose="020B0604030504040204" pitchFamily="34" charset="0"/>
              <a:cs typeface="Tahoma" panose="020B0604030504040204" pitchFamily="34" charset="0"/>
            </a:endParaRPr>
          </a:p>
        </p:txBody>
      </p:sp>
      <p:sp>
        <p:nvSpPr>
          <p:cNvPr id="2" name="TextBox 1">
            <a:extLst>
              <a:ext uri="{FF2B5EF4-FFF2-40B4-BE49-F238E27FC236}">
                <a16:creationId xmlns:a16="http://schemas.microsoft.com/office/drawing/2014/main" id="{25EEDCA3-9A6F-547B-1784-7D94F97294F2}"/>
              </a:ext>
            </a:extLst>
          </p:cNvPr>
          <p:cNvSpPr txBox="1"/>
          <p:nvPr/>
        </p:nvSpPr>
        <p:spPr>
          <a:xfrm>
            <a:off x="804272" y="3573705"/>
            <a:ext cx="169444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95DCF7"/>
                </a:solidFill>
                <a:latin typeface="Tahoma"/>
                <a:ea typeface="Tahoma"/>
                <a:cs typeface="Tahoma"/>
              </a:rPr>
              <a:t>Changing</a:t>
            </a:r>
          </a:p>
        </p:txBody>
      </p:sp>
      <p:sp>
        <p:nvSpPr>
          <p:cNvPr id="5" name="TextBox 4">
            <a:extLst>
              <a:ext uri="{FF2B5EF4-FFF2-40B4-BE49-F238E27FC236}">
                <a16:creationId xmlns:a16="http://schemas.microsoft.com/office/drawing/2014/main" id="{06260F4C-B8B5-5C06-55C7-0DEFF15A9891}"/>
              </a:ext>
            </a:extLst>
          </p:cNvPr>
          <p:cNvSpPr txBox="1"/>
          <p:nvPr/>
        </p:nvSpPr>
        <p:spPr>
          <a:xfrm>
            <a:off x="4788784" y="3615165"/>
            <a:ext cx="247704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err="1">
                <a:solidFill>
                  <a:schemeClr val="accent4">
                    <a:lumMod val="40000"/>
                    <a:lumOff val="60000"/>
                  </a:schemeClr>
                </a:solidFill>
                <a:latin typeface="Tahoma"/>
                <a:ea typeface="Tahoma"/>
                <a:cs typeface="Tahoma"/>
              </a:rPr>
              <a:t>MyApp</a:t>
            </a:r>
            <a:endParaRPr lang="en-US" sz="2000">
              <a:solidFill>
                <a:schemeClr val="accent4">
                  <a:lumMod val="40000"/>
                  <a:lumOff val="60000"/>
                </a:schemeClr>
              </a:solidFill>
              <a:latin typeface="Tahoma"/>
              <a:ea typeface="Tahoma"/>
              <a:cs typeface="Tahoma"/>
            </a:endParaRPr>
          </a:p>
          <a:p>
            <a:pPr algn="ctr"/>
            <a:r>
              <a:rPr lang="en-US" sz="2000" b="1" err="1">
                <a:solidFill>
                  <a:schemeClr val="accent4">
                    <a:lumMod val="40000"/>
                    <a:lumOff val="60000"/>
                  </a:schemeClr>
                </a:solidFill>
                <a:latin typeface="Tahoma"/>
                <a:ea typeface="Tahoma"/>
                <a:cs typeface="Tahoma"/>
              </a:rPr>
              <a:t>StatelessWidget</a:t>
            </a:r>
            <a:endParaRPr lang="en-US" sz="2000" b="1">
              <a:solidFill>
                <a:schemeClr val="accent4">
                  <a:lumMod val="40000"/>
                  <a:lumOff val="60000"/>
                </a:schemeClr>
              </a:solidFill>
              <a:latin typeface="Tahoma"/>
              <a:ea typeface="Tahoma"/>
              <a:cs typeface="Tahoma"/>
            </a:endParaRPr>
          </a:p>
        </p:txBody>
      </p:sp>
      <p:sp>
        <p:nvSpPr>
          <p:cNvPr id="7" name="Rectangle: Rounded Corners 6">
            <a:extLst>
              <a:ext uri="{FF2B5EF4-FFF2-40B4-BE49-F238E27FC236}">
                <a16:creationId xmlns:a16="http://schemas.microsoft.com/office/drawing/2014/main" id="{D5273A7B-1E88-AC5D-B32A-451668541E50}"/>
              </a:ext>
            </a:extLst>
          </p:cNvPr>
          <p:cNvSpPr/>
          <p:nvPr/>
        </p:nvSpPr>
        <p:spPr>
          <a:xfrm>
            <a:off x="5292810" y="3181864"/>
            <a:ext cx="1472513" cy="432486"/>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rPr>
              <a:t>Rebuild</a:t>
            </a:r>
          </a:p>
        </p:txBody>
      </p:sp>
      <p:cxnSp>
        <p:nvCxnSpPr>
          <p:cNvPr id="12" name="Straight Arrow Connector 11">
            <a:extLst>
              <a:ext uri="{FF2B5EF4-FFF2-40B4-BE49-F238E27FC236}">
                <a16:creationId xmlns:a16="http://schemas.microsoft.com/office/drawing/2014/main" id="{0BFC0F2E-6C58-EB1B-F1F3-79DF0C8DA826}"/>
              </a:ext>
            </a:extLst>
          </p:cNvPr>
          <p:cNvCxnSpPr/>
          <p:nvPr/>
        </p:nvCxnSpPr>
        <p:spPr>
          <a:xfrm>
            <a:off x="2883242" y="3851188"/>
            <a:ext cx="1513703" cy="72081"/>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13" name="Rectangle: Rounded Corners 12">
            <a:extLst>
              <a:ext uri="{FF2B5EF4-FFF2-40B4-BE49-F238E27FC236}">
                <a16:creationId xmlns:a16="http://schemas.microsoft.com/office/drawing/2014/main" id="{C6C69C93-3A25-99CA-342E-37891AEB148E}"/>
              </a:ext>
            </a:extLst>
          </p:cNvPr>
          <p:cNvSpPr/>
          <p:nvPr/>
        </p:nvSpPr>
        <p:spPr>
          <a:xfrm>
            <a:off x="8540765" y="3319772"/>
            <a:ext cx="3247995" cy="1004883"/>
          </a:xfrm>
          <a:prstGeom prst="roundRect">
            <a:avLst>
              <a:gd name="adj" fmla="val 10969"/>
            </a:avLst>
          </a:prstGeom>
          <a:solidFill>
            <a:schemeClr val="bg2">
              <a:lumMod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94BD7E1-FED3-1BBD-31C1-EBF5A493C195}"/>
              </a:ext>
            </a:extLst>
          </p:cNvPr>
          <p:cNvSpPr txBox="1"/>
          <p:nvPr/>
        </p:nvSpPr>
        <p:spPr>
          <a:xfrm>
            <a:off x="8928297" y="3687246"/>
            <a:ext cx="247704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solidFill>
                  <a:schemeClr val="accent4">
                    <a:lumMod val="40000"/>
                    <a:lumOff val="60000"/>
                  </a:schemeClr>
                </a:solidFill>
                <a:latin typeface="Tahoma"/>
                <a:ea typeface="Tahoma"/>
                <a:cs typeface="Tahoma"/>
              </a:rPr>
              <a:t>Counter Provider</a:t>
            </a:r>
          </a:p>
        </p:txBody>
      </p:sp>
      <p:sp>
        <p:nvSpPr>
          <p:cNvPr id="16" name="Rectangle: Rounded Corners 15">
            <a:extLst>
              <a:ext uri="{FF2B5EF4-FFF2-40B4-BE49-F238E27FC236}">
                <a16:creationId xmlns:a16="http://schemas.microsoft.com/office/drawing/2014/main" id="{EC892A20-D65B-6B9F-AA77-F11D2F6A6842}"/>
              </a:ext>
            </a:extLst>
          </p:cNvPr>
          <p:cNvSpPr/>
          <p:nvPr/>
        </p:nvSpPr>
        <p:spPr>
          <a:xfrm>
            <a:off x="9432323" y="3181864"/>
            <a:ext cx="1472513" cy="432486"/>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err="1">
                <a:solidFill>
                  <a:srgbClr val="000000"/>
                </a:solidFill>
              </a:rPr>
              <a:t>Tạo</a:t>
            </a:r>
            <a:r>
              <a:rPr lang="en-US" dirty="0">
                <a:solidFill>
                  <a:srgbClr val="000000"/>
                </a:solidFill>
              </a:rPr>
              <a:t> </a:t>
            </a:r>
            <a:r>
              <a:rPr lang="en-US" dirty="0" err="1">
                <a:solidFill>
                  <a:srgbClr val="000000"/>
                </a:solidFill>
              </a:rPr>
              <a:t>mới</a:t>
            </a:r>
          </a:p>
        </p:txBody>
      </p:sp>
      <p:cxnSp>
        <p:nvCxnSpPr>
          <p:cNvPr id="17" name="Straight Arrow Connector 16">
            <a:extLst>
              <a:ext uri="{FF2B5EF4-FFF2-40B4-BE49-F238E27FC236}">
                <a16:creationId xmlns:a16="http://schemas.microsoft.com/office/drawing/2014/main" id="{C168944B-256E-4F31-BF6F-6395E29F7210}"/>
              </a:ext>
            </a:extLst>
          </p:cNvPr>
          <p:cNvCxnSpPr>
            <a:cxnSpLocks/>
          </p:cNvCxnSpPr>
          <p:nvPr/>
        </p:nvCxnSpPr>
        <p:spPr>
          <a:xfrm flipV="1">
            <a:off x="7650890" y="3830593"/>
            <a:ext cx="885568" cy="20595"/>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6B1529D2-B384-AEEA-65FA-C5D3D48DA458}"/>
              </a:ext>
            </a:extLst>
          </p:cNvPr>
          <p:cNvSpPr txBox="1"/>
          <p:nvPr/>
        </p:nvSpPr>
        <p:spPr>
          <a:xfrm>
            <a:off x="545757" y="4613189"/>
            <a:ext cx="359375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ahoma"/>
                <a:ea typeface="Tahoma"/>
                <a:cs typeface="Tahoma"/>
              </a:rPr>
              <a:t>so </a:t>
            </a:r>
            <a:r>
              <a:rPr lang="en-US" sz="2000" dirty="0" err="1">
                <a:latin typeface="Tahoma"/>
                <a:ea typeface="Tahoma"/>
                <a:cs typeface="Tahoma"/>
              </a:rPr>
              <a:t>sánh</a:t>
            </a:r>
            <a:r>
              <a:rPr lang="en-US" sz="2000" dirty="0">
                <a:latin typeface="Tahoma"/>
                <a:ea typeface="Tahoma"/>
                <a:cs typeface="Tahoma"/>
              </a:rPr>
              <a:t> instance </a:t>
            </a:r>
            <a:r>
              <a:rPr lang="en-US" sz="2000" dirty="0" err="1">
                <a:latin typeface="Tahoma"/>
                <a:ea typeface="Tahoma"/>
                <a:cs typeface="Tahoma"/>
              </a:rPr>
              <a:t>mới</a:t>
            </a:r>
            <a:r>
              <a:rPr lang="en-US" sz="2000" dirty="0">
                <a:latin typeface="Tahoma"/>
                <a:ea typeface="Tahoma"/>
                <a:cs typeface="Tahoma"/>
              </a:rPr>
              <a:t> </a:t>
            </a:r>
            <a:r>
              <a:rPr lang="en-US" sz="2000" dirty="0" err="1">
                <a:latin typeface="Tahoma"/>
                <a:ea typeface="Tahoma"/>
                <a:cs typeface="Tahoma"/>
              </a:rPr>
              <a:t>và</a:t>
            </a:r>
            <a:r>
              <a:rPr lang="en-US" sz="2000" dirty="0">
                <a:latin typeface="Tahoma"/>
                <a:ea typeface="Tahoma"/>
                <a:cs typeface="Tahoma"/>
              </a:rPr>
              <a:t> </a:t>
            </a:r>
            <a:r>
              <a:rPr lang="en-US" sz="2000" dirty="0" err="1">
                <a:latin typeface="Tahoma"/>
                <a:ea typeface="Tahoma"/>
                <a:cs typeface="Tahoma"/>
              </a:rPr>
              <a:t>cũ</a:t>
            </a:r>
          </a:p>
        </p:txBody>
      </p:sp>
      <p:sp>
        <p:nvSpPr>
          <p:cNvPr id="19" name="TextBox 18">
            <a:extLst>
              <a:ext uri="{FF2B5EF4-FFF2-40B4-BE49-F238E27FC236}">
                <a16:creationId xmlns:a16="http://schemas.microsoft.com/office/drawing/2014/main" id="{D9E53755-F185-594A-6627-7C8D3AC86D0C}"/>
              </a:ext>
            </a:extLst>
          </p:cNvPr>
          <p:cNvSpPr txBox="1"/>
          <p:nvPr/>
        </p:nvSpPr>
        <p:spPr>
          <a:xfrm>
            <a:off x="2955324" y="5014784"/>
            <a:ext cx="511775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err="1">
                <a:latin typeface="Tahoma"/>
                <a:ea typeface="Tahoma"/>
                <a:cs typeface="Tahoma"/>
              </a:rPr>
              <a:t>Nhưng</a:t>
            </a:r>
            <a:r>
              <a:rPr lang="en-US" sz="2000" dirty="0">
                <a:latin typeface="Tahoma"/>
                <a:ea typeface="Tahoma"/>
                <a:cs typeface="Tahoma"/>
              </a:rPr>
              <a:t> </a:t>
            </a:r>
            <a:r>
              <a:rPr lang="en-US" sz="2000" dirty="0" err="1">
                <a:latin typeface="Tahoma"/>
                <a:ea typeface="Tahoma"/>
                <a:cs typeface="Tahoma"/>
              </a:rPr>
              <a:t>cập</a:t>
            </a:r>
            <a:r>
              <a:rPr lang="en-US" sz="2000" dirty="0">
                <a:latin typeface="Tahoma"/>
                <a:ea typeface="Tahoma"/>
                <a:cs typeface="Tahoma"/>
              </a:rPr>
              <a:t> </a:t>
            </a:r>
            <a:r>
              <a:rPr lang="en-US" sz="2000" dirty="0" err="1">
                <a:latin typeface="Tahoma"/>
                <a:ea typeface="Tahoma"/>
                <a:cs typeface="Tahoma"/>
              </a:rPr>
              <a:t>nhật</a:t>
            </a:r>
            <a:r>
              <a:rPr lang="en-US" sz="2000" dirty="0">
                <a:latin typeface="Tahoma"/>
                <a:ea typeface="Tahoma"/>
                <a:cs typeface="Tahoma"/>
              </a:rPr>
              <a:t> </a:t>
            </a:r>
            <a:r>
              <a:rPr lang="en-US" sz="2000" dirty="0" err="1">
                <a:latin typeface="Tahoma"/>
                <a:ea typeface="Tahoma"/>
                <a:cs typeface="Tahoma"/>
              </a:rPr>
              <a:t>giá</a:t>
            </a:r>
            <a:r>
              <a:rPr lang="en-US" sz="2000" dirty="0">
                <a:latin typeface="Tahoma"/>
                <a:ea typeface="Tahoma"/>
                <a:cs typeface="Tahoma"/>
              </a:rPr>
              <a:t> </a:t>
            </a:r>
            <a:r>
              <a:rPr lang="en-US" sz="2000" dirty="0" err="1">
                <a:latin typeface="Tahoma"/>
                <a:ea typeface="Tahoma"/>
                <a:cs typeface="Tahoma"/>
              </a:rPr>
              <a:t>trị</a:t>
            </a:r>
            <a:r>
              <a:rPr lang="en-US" sz="2000" dirty="0">
                <a:latin typeface="Tahoma"/>
                <a:ea typeface="Tahoma"/>
                <a:cs typeface="Tahoma"/>
              </a:rPr>
              <a:t> </a:t>
            </a:r>
            <a:r>
              <a:rPr lang="en-US" sz="2000" dirty="0" err="1">
                <a:latin typeface="Tahoma"/>
                <a:ea typeface="Tahoma"/>
                <a:cs typeface="Tahoma"/>
              </a:rPr>
              <a:t>mới</a:t>
            </a:r>
            <a:r>
              <a:rPr lang="en-US" sz="2000" dirty="0">
                <a:latin typeface="Tahoma"/>
                <a:ea typeface="Tahoma"/>
                <a:cs typeface="Tahoma"/>
              </a:rPr>
              <a:t> </a:t>
            </a:r>
            <a:r>
              <a:rPr lang="en-US" sz="2000" dirty="0" err="1">
                <a:latin typeface="Tahoma"/>
                <a:ea typeface="Tahoma"/>
                <a:cs typeface="Tahoma"/>
              </a:rPr>
              <a:t>nhờ</a:t>
            </a:r>
            <a:r>
              <a:rPr lang="en-US" sz="2000" dirty="0">
                <a:latin typeface="Tahoma"/>
                <a:ea typeface="Tahoma"/>
                <a:cs typeface="Tahoma"/>
              </a:rPr>
              <a:t> </a:t>
            </a:r>
            <a:r>
              <a:rPr lang="en-US" sz="2000" dirty="0" err="1">
                <a:latin typeface="Tahoma"/>
                <a:ea typeface="Tahoma"/>
                <a:cs typeface="Tahoma"/>
              </a:rPr>
              <a:t>setState</a:t>
            </a:r>
            <a:r>
              <a:rPr lang="en-US" sz="2000" dirty="0">
                <a:latin typeface="Tahoma"/>
                <a:ea typeface="Tahoma"/>
                <a:cs typeface="Tahoma"/>
              </a:rPr>
              <a:t>()</a:t>
            </a:r>
          </a:p>
        </p:txBody>
      </p:sp>
      <p:sp>
        <p:nvSpPr>
          <p:cNvPr id="20" name="TextBox 19">
            <a:extLst>
              <a:ext uri="{FF2B5EF4-FFF2-40B4-BE49-F238E27FC236}">
                <a16:creationId xmlns:a16="http://schemas.microsoft.com/office/drawing/2014/main" id="{31098773-CB31-09E6-849C-5F76DE660148}"/>
              </a:ext>
            </a:extLst>
          </p:cNvPr>
          <p:cNvSpPr txBox="1"/>
          <p:nvPr/>
        </p:nvSpPr>
        <p:spPr>
          <a:xfrm>
            <a:off x="5509055" y="4613189"/>
            <a:ext cx="843348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sz="2000" dirty="0">
                <a:latin typeface="Tahoma"/>
                <a:ea typeface="Tahoma"/>
                <a:cs typeface="Tahoma"/>
              </a:rPr>
              <a:t>cơ chế </a:t>
            </a:r>
            <a:r>
              <a:rPr lang="vi-VN" sz="2000" i="1" dirty="0" err="1">
                <a:latin typeface="Tahoma"/>
                <a:ea typeface="Tahoma"/>
                <a:cs typeface="Tahoma"/>
              </a:rPr>
              <a:t>rebuild</a:t>
            </a:r>
            <a:r>
              <a:rPr lang="vi-VN" sz="2000" dirty="0">
                <a:latin typeface="Tahoma"/>
                <a:ea typeface="Tahoma"/>
                <a:cs typeface="Tahoma"/>
              </a:rPr>
              <a:t> của </a:t>
            </a:r>
            <a:r>
              <a:rPr lang="vi-VN" sz="2000" dirty="0" err="1">
                <a:latin typeface="Tahoma"/>
                <a:ea typeface="Tahoma"/>
                <a:cs typeface="Tahoma"/>
              </a:rPr>
              <a:t>StatefulWidget</a:t>
            </a:r>
            <a:r>
              <a:rPr lang="vi-VN" sz="2000" dirty="0">
                <a:latin typeface="Tahoma"/>
                <a:ea typeface="Tahoma"/>
                <a:cs typeface="Tahoma"/>
              </a:rPr>
              <a:t>, </a:t>
            </a:r>
            <a:r>
              <a:rPr lang="vi-VN" sz="2000" dirty="0" err="1">
                <a:latin typeface="Tahoma"/>
                <a:ea typeface="Tahoma"/>
                <a:cs typeface="Tahoma"/>
              </a:rPr>
              <a:t>not</a:t>
            </a:r>
            <a:r>
              <a:rPr lang="vi-VN" sz="2000" dirty="0">
                <a:latin typeface="Tahoma"/>
                <a:ea typeface="Tahoma"/>
                <a:cs typeface="Tahoma"/>
              </a:rPr>
              <a:t> </a:t>
            </a:r>
            <a:r>
              <a:rPr lang="vi-VN" sz="2000" dirty="0" err="1">
                <a:latin typeface="Tahoma"/>
                <a:ea typeface="Tahoma"/>
                <a:cs typeface="Tahoma"/>
              </a:rPr>
              <a:t>InheritedWidget</a:t>
            </a:r>
            <a:r>
              <a:rPr lang="vi-VN" sz="2000" dirty="0">
                <a:latin typeface="Tahoma"/>
                <a:ea typeface="Tahoma"/>
                <a:cs typeface="Tahoma"/>
              </a:rPr>
              <a:t>.</a:t>
            </a:r>
            <a:endParaRPr lang="en-US" sz="2000" dirty="0">
              <a:latin typeface="Tahoma"/>
              <a:ea typeface="Tahoma"/>
              <a:cs typeface="Tahoma"/>
            </a:endParaRPr>
          </a:p>
        </p:txBody>
      </p:sp>
      <p:cxnSp>
        <p:nvCxnSpPr>
          <p:cNvPr id="21" name="Straight Arrow Connector 20">
            <a:extLst>
              <a:ext uri="{FF2B5EF4-FFF2-40B4-BE49-F238E27FC236}">
                <a16:creationId xmlns:a16="http://schemas.microsoft.com/office/drawing/2014/main" id="{FC3A389D-7162-C847-513C-6493698C9E49}"/>
              </a:ext>
            </a:extLst>
          </p:cNvPr>
          <p:cNvCxnSpPr/>
          <p:nvPr/>
        </p:nvCxnSpPr>
        <p:spPr>
          <a:xfrm>
            <a:off x="648730" y="5014783"/>
            <a:ext cx="11213756" cy="10297"/>
          </a:xfrm>
          <a:prstGeom prst="straightConnector1">
            <a:avLst/>
          </a:prstGeom>
        </p:spPr>
        <p:style>
          <a:lnRef idx="3">
            <a:schemeClr val="accent2"/>
          </a:lnRef>
          <a:fillRef idx="0">
            <a:schemeClr val="accent2"/>
          </a:fillRef>
          <a:effectRef idx="2">
            <a:schemeClr val="accent2"/>
          </a:effectRef>
          <a:fontRef idx="minor">
            <a:schemeClr val="tx1"/>
          </a:fontRef>
        </p:style>
      </p:cxnSp>
      <p:pic>
        <p:nvPicPr>
          <p:cNvPr id="9" name="Picture 8" descr="A close-up of a computer screen&#10;&#10;AI-generated content may be incorrect.">
            <a:extLst>
              <a:ext uri="{FF2B5EF4-FFF2-40B4-BE49-F238E27FC236}">
                <a16:creationId xmlns:a16="http://schemas.microsoft.com/office/drawing/2014/main" id="{E7CE6EF6-6B9F-C9B7-582C-91AD44E9FC61}"/>
              </a:ext>
            </a:extLst>
          </p:cNvPr>
          <p:cNvPicPr>
            <a:picLocks noChangeAspect="1"/>
          </p:cNvPicPr>
          <p:nvPr/>
        </p:nvPicPr>
        <p:blipFill>
          <a:blip r:embed="rId3"/>
          <a:stretch>
            <a:fillRect/>
          </a:stretch>
        </p:blipFill>
        <p:spPr>
          <a:xfrm>
            <a:off x="1004484" y="1372874"/>
            <a:ext cx="5095875" cy="1171575"/>
          </a:xfrm>
          <a:prstGeom prst="rect">
            <a:avLst/>
          </a:prstGeom>
        </p:spPr>
      </p:pic>
    </p:spTree>
    <p:extLst>
      <p:ext uri="{BB962C8B-B14F-4D97-AF65-F5344CB8AC3E}">
        <p14:creationId xmlns:p14="http://schemas.microsoft.com/office/powerpoint/2010/main" val="40222305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6000">
              <a:schemeClr val="tx1"/>
            </a:gs>
            <a:gs pos="2000">
              <a:schemeClr val="bg1"/>
            </a:gs>
            <a:gs pos="11000">
              <a:schemeClr val="bg1"/>
            </a:gs>
          </a:gsLst>
          <a:lin ang="2400000" scaled="0"/>
          <a:tileRect/>
        </a:gradFill>
        <a:effectLst/>
      </p:bgPr>
    </p:bg>
    <p:spTree>
      <p:nvGrpSpPr>
        <p:cNvPr id="1" name="">
          <a:extLst>
            <a:ext uri="{FF2B5EF4-FFF2-40B4-BE49-F238E27FC236}">
              <a16:creationId xmlns:a16="http://schemas.microsoft.com/office/drawing/2014/main" id="{C5244CBC-01E4-BE26-C085-D2A50AB81BA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5608E60-C312-E2EA-168B-EA3045DB523C}"/>
              </a:ext>
            </a:extLst>
          </p:cNvPr>
          <p:cNvSpPr txBox="1"/>
          <p:nvPr/>
        </p:nvSpPr>
        <p:spPr>
          <a:xfrm>
            <a:off x="731672" y="531611"/>
            <a:ext cx="8987692" cy="584775"/>
          </a:xfrm>
          <a:prstGeom prst="rect">
            <a:avLst/>
          </a:prstGeom>
          <a:noFill/>
          <a:ln>
            <a:noFill/>
          </a:ln>
        </p:spPr>
        <p:txBody>
          <a:bodyPr wrap="square" lIns="91440" tIns="45720" rIns="91440" bIns="45720" anchor="t">
            <a:spAutoFit/>
          </a:bodyPr>
          <a:lstStyle/>
          <a:p>
            <a:r>
              <a:rPr lang="en-US" sz="3200" b="1" dirty="0">
                <a:ln w="25400" cap="sq">
                  <a:noFill/>
                  <a:miter lim="800000"/>
                </a:ln>
                <a:effectLst>
                  <a:glow rad="177800">
                    <a:prstClr val="white">
                      <a:alpha val="86000"/>
                    </a:prstClr>
                  </a:glow>
                </a:effectLst>
                <a:latin typeface="Aptos"/>
                <a:ea typeface="Tahoma"/>
                <a:cs typeface="Tahoma"/>
              </a:rPr>
              <a:t>KHI NÀO NÊN SỬ DỤNG INHERITEDWIDGET</a:t>
            </a:r>
          </a:p>
        </p:txBody>
      </p:sp>
      <p:cxnSp>
        <p:nvCxnSpPr>
          <p:cNvPr id="8" name="Straight Connector 7">
            <a:extLst>
              <a:ext uri="{FF2B5EF4-FFF2-40B4-BE49-F238E27FC236}">
                <a16:creationId xmlns:a16="http://schemas.microsoft.com/office/drawing/2014/main" id="{4ED39264-1B9B-51C1-95CC-5E6B470C920D}"/>
              </a:ext>
            </a:extLst>
          </p:cNvPr>
          <p:cNvCxnSpPr>
            <a:cxnSpLocks/>
          </p:cNvCxnSpPr>
          <p:nvPr/>
        </p:nvCxnSpPr>
        <p:spPr>
          <a:xfrm>
            <a:off x="129945" y="1125413"/>
            <a:ext cx="6615989" cy="10732"/>
          </a:xfrm>
          <a:prstGeom prst="line">
            <a:avLst/>
          </a:prstGeom>
          <a:ln w="635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9" name="Table 8">
            <a:extLst>
              <a:ext uri="{FF2B5EF4-FFF2-40B4-BE49-F238E27FC236}">
                <a16:creationId xmlns:a16="http://schemas.microsoft.com/office/drawing/2014/main" id="{A21E8BA1-E4AE-DE21-2A7D-4924CBE7B541}"/>
              </a:ext>
            </a:extLst>
          </p:cNvPr>
          <p:cNvGraphicFramePr>
            <a:graphicFrameLocks noGrp="1"/>
          </p:cNvGraphicFramePr>
          <p:nvPr>
            <p:extLst>
              <p:ext uri="{D42A27DB-BD31-4B8C-83A1-F6EECF244321}">
                <p14:modId xmlns:p14="http://schemas.microsoft.com/office/powerpoint/2010/main" val="975734097"/>
              </p:ext>
            </p:extLst>
          </p:nvPr>
        </p:nvGraphicFramePr>
        <p:xfrm>
          <a:off x="1692464" y="1556457"/>
          <a:ext cx="8817393" cy="3151498"/>
        </p:xfrm>
        <a:graphic>
          <a:graphicData uri="http://schemas.openxmlformats.org/drawingml/2006/table">
            <a:tbl>
              <a:tblPr firstRow="1" bandRow="1">
                <a:tableStyleId>{5C22544A-7EE6-4342-B048-85BDC9FD1C3A}</a:tableStyleId>
              </a:tblPr>
              <a:tblGrid>
                <a:gridCol w="3717324">
                  <a:extLst>
                    <a:ext uri="{9D8B030D-6E8A-4147-A177-3AD203B41FA5}">
                      <a16:colId xmlns:a16="http://schemas.microsoft.com/office/drawing/2014/main" val="313864785"/>
                    </a:ext>
                  </a:extLst>
                </a:gridCol>
                <a:gridCol w="5100069">
                  <a:extLst>
                    <a:ext uri="{9D8B030D-6E8A-4147-A177-3AD203B41FA5}">
                      <a16:colId xmlns:a16="http://schemas.microsoft.com/office/drawing/2014/main" val="663796382"/>
                    </a:ext>
                  </a:extLst>
                </a:gridCol>
              </a:tblGrid>
              <a:tr h="522829">
                <a:tc>
                  <a:txBody>
                    <a:bodyPr/>
                    <a:lstStyle/>
                    <a:p>
                      <a:pPr lvl="0">
                        <a:buNone/>
                      </a:pPr>
                      <a:r>
                        <a:rPr lang="en-US" dirty="0"/>
                        <a:t>DÙNG KHI</a:t>
                      </a:r>
                    </a:p>
                  </a:txBody>
                  <a:tcPr anchor="ctr"/>
                </a:tc>
                <a:tc>
                  <a:txBody>
                    <a:bodyPr/>
                    <a:lstStyle/>
                    <a:p>
                      <a:r>
                        <a:rPr lang="en-US" dirty="0"/>
                        <a:t>DÙNG NHƯ THẾ NÀO?</a:t>
                      </a:r>
                    </a:p>
                  </a:txBody>
                  <a:tcPr anchor="ctr"/>
                </a:tc>
                <a:extLst>
                  <a:ext uri="{0D108BD9-81ED-4DB2-BD59-A6C34878D82A}">
                    <a16:rowId xmlns:a16="http://schemas.microsoft.com/office/drawing/2014/main" val="1779635282"/>
                  </a:ext>
                </a:extLst>
              </a:tr>
              <a:tr h="522829">
                <a:tc>
                  <a:txBody>
                    <a:bodyPr/>
                    <a:lstStyle/>
                    <a:p>
                      <a:pPr lvl="0">
                        <a:buNone/>
                      </a:pPr>
                      <a:r>
                        <a:rPr lang="en-US" sz="1800" b="0" i="0" u="none" strike="noStrike" noProof="0" dirty="0">
                          <a:latin typeface="Aptos"/>
                        </a:rPr>
                        <a:t>Cung </a:t>
                      </a:r>
                      <a:r>
                        <a:rPr lang="en-US" sz="1800" b="0" i="0" u="none" strike="noStrike" noProof="0" dirty="0" err="1">
                          <a:latin typeface="Aptos"/>
                        </a:rPr>
                        <a:t>cấp</a:t>
                      </a:r>
                      <a:r>
                        <a:rPr lang="en-US" sz="1800" b="0" i="0" u="none" strike="noStrike" noProof="0" dirty="0">
                          <a:latin typeface="Aptos"/>
                        </a:rPr>
                        <a:t> </a:t>
                      </a:r>
                      <a:r>
                        <a:rPr lang="en-US" sz="1800" b="0" i="0" u="none" strike="noStrike" noProof="0" dirty="0" err="1">
                          <a:latin typeface="Aptos"/>
                        </a:rPr>
                        <a:t>Dịch</a:t>
                      </a:r>
                      <a:r>
                        <a:rPr lang="en-US" sz="1800" b="0" i="0" u="none" strike="noStrike" noProof="0" dirty="0">
                          <a:latin typeface="Aptos"/>
                        </a:rPr>
                        <a:t> </a:t>
                      </a:r>
                      <a:r>
                        <a:rPr lang="en-US" sz="1800" b="0" i="0" u="none" strike="noStrike" noProof="0" dirty="0" err="1">
                          <a:latin typeface="Aptos"/>
                        </a:rPr>
                        <a:t>vụ</a:t>
                      </a:r>
                      <a:r>
                        <a:rPr lang="en-US" sz="1800" b="0" i="0" u="none" strike="noStrike" noProof="0" dirty="0">
                          <a:latin typeface="Aptos"/>
                        </a:rPr>
                        <a:t> (Service)</a:t>
                      </a:r>
                      <a:endParaRPr lang="en-US" dirty="0"/>
                    </a:p>
                  </a:txBody>
                  <a:tcPr anchor="ctr"/>
                </a:tc>
                <a:tc>
                  <a:txBody>
                    <a:bodyPr/>
                    <a:lstStyle/>
                    <a:p>
                      <a:pPr lvl="0">
                        <a:buNone/>
                      </a:pPr>
                      <a:r>
                        <a:rPr lang="en-US" sz="1800" b="0" i="0" u="none" strike="noStrike" noProof="0" dirty="0" err="1">
                          <a:latin typeface="Aptos"/>
                        </a:rPr>
                        <a:t>trực</a:t>
                      </a:r>
                      <a:r>
                        <a:rPr lang="en-US" sz="1800" b="0" i="0" u="none" strike="noStrike" noProof="0" dirty="0">
                          <a:latin typeface="Aptos"/>
                        </a:rPr>
                        <a:t> </a:t>
                      </a:r>
                      <a:r>
                        <a:rPr lang="en-US" sz="1800" b="0" i="0" u="none" strike="noStrike" noProof="0" dirty="0" err="1">
                          <a:latin typeface="Aptos"/>
                        </a:rPr>
                        <a:t>tiếp</a:t>
                      </a:r>
                      <a:r>
                        <a:rPr lang="en-US" sz="1800" b="0" i="0" u="none" strike="noStrike" noProof="0" dirty="0">
                          <a:latin typeface="Aptos"/>
                        </a:rPr>
                        <a:t> (</a:t>
                      </a:r>
                      <a:r>
                        <a:rPr lang="en-US" sz="1800" b="0" i="0" u="none" strike="noStrike" noProof="0" dirty="0" err="1">
                          <a:latin typeface="Aptos"/>
                        </a:rPr>
                        <a:t>hoặc</a:t>
                      </a:r>
                      <a:r>
                        <a:rPr lang="en-US" sz="1800" b="0" i="0" u="none" strike="noStrike" noProof="0" dirty="0">
                          <a:latin typeface="Aptos"/>
                        </a:rPr>
                        <a:t> Provider)</a:t>
                      </a:r>
                      <a:endParaRPr lang="en-US" dirty="0"/>
                    </a:p>
                  </a:txBody>
                  <a:tcPr anchor="ctr"/>
                </a:tc>
                <a:extLst>
                  <a:ext uri="{0D108BD9-81ED-4DB2-BD59-A6C34878D82A}">
                    <a16:rowId xmlns:a16="http://schemas.microsoft.com/office/drawing/2014/main" val="288420897"/>
                  </a:ext>
                </a:extLst>
              </a:tr>
              <a:tr h="522829">
                <a:tc>
                  <a:txBody>
                    <a:bodyPr/>
                    <a:lstStyle/>
                    <a:p>
                      <a:pPr lvl="0">
                        <a:buNone/>
                      </a:pPr>
                      <a:r>
                        <a:rPr lang="en-US" sz="1800" b="0" i="0" u="none" strike="noStrike" noProof="0" dirty="0" err="1">
                          <a:latin typeface="Aptos"/>
                        </a:rPr>
                        <a:t>Dữ</a:t>
                      </a:r>
                      <a:r>
                        <a:rPr lang="en-US" sz="1800" b="0" i="0" u="none" strike="noStrike" noProof="0" dirty="0">
                          <a:latin typeface="Aptos"/>
                        </a:rPr>
                        <a:t> </a:t>
                      </a:r>
                      <a:r>
                        <a:rPr lang="en-US" sz="1800" b="0" i="0" u="none" strike="noStrike" noProof="0" dirty="0" err="1">
                          <a:latin typeface="Aptos"/>
                        </a:rPr>
                        <a:t>liệu</a:t>
                      </a:r>
                      <a:r>
                        <a:rPr lang="en-US" sz="1800" b="0" i="0" u="none" strike="noStrike" noProof="0" dirty="0">
                          <a:latin typeface="Aptos"/>
                        </a:rPr>
                        <a:t> </a:t>
                      </a:r>
                      <a:r>
                        <a:rPr lang="en-US" sz="1800" b="0" i="0" u="none" strike="noStrike" noProof="0" dirty="0" err="1">
                          <a:latin typeface="Aptos"/>
                        </a:rPr>
                        <a:t>Cố</a:t>
                      </a:r>
                      <a:r>
                        <a:rPr lang="en-US" sz="1800" b="0" i="0" u="none" strike="noStrike" noProof="0" dirty="0">
                          <a:latin typeface="Aptos"/>
                        </a:rPr>
                        <a:t> </a:t>
                      </a:r>
                      <a:r>
                        <a:rPr lang="en-US" sz="1800" b="0" i="0" u="none" strike="noStrike" noProof="0" dirty="0" err="1">
                          <a:latin typeface="Aptos"/>
                        </a:rPr>
                        <a:t>định</a:t>
                      </a:r>
                      <a:r>
                        <a:rPr lang="en-US" sz="1800" b="0" i="0" u="none" strike="noStrike" noProof="0" dirty="0">
                          <a:latin typeface="Aptos"/>
                        </a:rPr>
                        <a:t> </a:t>
                      </a:r>
                      <a:r>
                        <a:rPr lang="en-US" sz="1800" b="0" i="0" u="none" strike="noStrike" noProof="0" dirty="0" err="1">
                          <a:latin typeface="Aptos"/>
                        </a:rPr>
                        <a:t>Toàn</a:t>
                      </a:r>
                      <a:r>
                        <a:rPr lang="en-US" sz="1800" b="0" i="0" u="none" strike="noStrike" noProof="0" dirty="0">
                          <a:latin typeface="Aptos"/>
                        </a:rPr>
                        <a:t> </a:t>
                      </a:r>
                      <a:r>
                        <a:rPr lang="en-US" sz="1800" b="0" i="0" u="none" strike="noStrike" noProof="0" dirty="0" err="1">
                          <a:latin typeface="Aptos"/>
                        </a:rPr>
                        <a:t>cục</a:t>
                      </a:r>
                      <a:endParaRPr lang="en-US" dirty="0" err="1"/>
                    </a:p>
                  </a:txBody>
                  <a:tcPr anchor="ctr"/>
                </a:tc>
                <a:tc>
                  <a:txBody>
                    <a:bodyPr/>
                    <a:lstStyle/>
                    <a:p>
                      <a:pPr lvl="0">
                        <a:buNone/>
                      </a:pPr>
                      <a:r>
                        <a:rPr lang="en-US" sz="1800" b="0" i="0" u="none" strike="noStrike" noProof="0" dirty="0" err="1">
                          <a:latin typeface="Aptos"/>
                        </a:rPr>
                        <a:t>trực</a:t>
                      </a:r>
                      <a:r>
                        <a:rPr lang="en-US" sz="1800" b="0" i="0" u="none" strike="noStrike" noProof="0" dirty="0">
                          <a:latin typeface="Aptos"/>
                        </a:rPr>
                        <a:t> </a:t>
                      </a:r>
                      <a:r>
                        <a:rPr lang="en-US" sz="1800" b="0" i="0" u="none" strike="noStrike" noProof="0" dirty="0" err="1">
                          <a:latin typeface="Aptos"/>
                        </a:rPr>
                        <a:t>tiếp</a:t>
                      </a:r>
                    </a:p>
                  </a:txBody>
                  <a:tcPr anchor="ctr"/>
                </a:tc>
                <a:extLst>
                  <a:ext uri="{0D108BD9-81ED-4DB2-BD59-A6C34878D82A}">
                    <a16:rowId xmlns:a16="http://schemas.microsoft.com/office/drawing/2014/main" val="3990991789"/>
                  </a:ext>
                </a:extLst>
              </a:tr>
              <a:tr h="522829">
                <a:tc>
                  <a:txBody>
                    <a:bodyPr/>
                    <a:lstStyle/>
                    <a:p>
                      <a:pPr lvl="0">
                        <a:buNone/>
                      </a:pPr>
                      <a:r>
                        <a:rPr lang="en-US" sz="1800" b="0" i="0" u="none" strike="noStrike" noProof="0" dirty="0">
                          <a:latin typeface="Aptos"/>
                        </a:rPr>
                        <a:t>State </a:t>
                      </a:r>
                      <a:r>
                        <a:rPr lang="en-US" sz="1800" b="0" i="0" u="none" strike="noStrike" noProof="0" dirty="0" err="1">
                          <a:latin typeface="Aptos"/>
                        </a:rPr>
                        <a:t>Đơn</a:t>
                      </a:r>
                      <a:r>
                        <a:rPr lang="en-US" sz="1800" b="0" i="0" u="none" strike="noStrike" noProof="0" dirty="0">
                          <a:latin typeface="Aptos"/>
                        </a:rPr>
                        <a:t> </a:t>
                      </a:r>
                      <a:r>
                        <a:rPr lang="en-US" sz="1800" b="0" i="0" u="none" strike="noStrike" noProof="0" dirty="0" err="1">
                          <a:latin typeface="Aptos"/>
                        </a:rPr>
                        <a:t>giản</a:t>
                      </a:r>
                      <a:r>
                        <a:rPr lang="en-US" sz="1800" b="0" i="0" u="none" strike="noStrike" noProof="0" dirty="0">
                          <a:latin typeface="Aptos"/>
                        </a:rPr>
                        <a:t>, </a:t>
                      </a:r>
                      <a:r>
                        <a:rPr lang="en-US" sz="1800" b="0" i="0" u="none" strike="noStrike" noProof="0" dirty="0" err="1">
                          <a:latin typeface="Aptos"/>
                        </a:rPr>
                        <a:t>Rất</a:t>
                      </a:r>
                      <a:r>
                        <a:rPr lang="en-US" sz="1800" b="0" i="0" u="none" strike="noStrike" noProof="0" dirty="0">
                          <a:latin typeface="Aptos"/>
                        </a:rPr>
                        <a:t> </a:t>
                      </a:r>
                      <a:r>
                        <a:rPr lang="en-US" sz="1800" b="0" i="0" u="none" strike="noStrike" noProof="0" dirty="0" err="1">
                          <a:latin typeface="Aptos"/>
                        </a:rPr>
                        <a:t>Cục</a:t>
                      </a:r>
                      <a:r>
                        <a:rPr lang="en-US" sz="1800" b="0" i="0" u="none" strike="noStrike" noProof="0" dirty="0">
                          <a:latin typeface="Aptos"/>
                        </a:rPr>
                        <a:t> </a:t>
                      </a:r>
                      <a:r>
                        <a:rPr lang="en-US" sz="1800" b="0" i="0" u="none" strike="noStrike" noProof="0" dirty="0" err="1">
                          <a:latin typeface="Aptos"/>
                        </a:rPr>
                        <a:t>bộ</a:t>
                      </a:r>
                      <a:endParaRPr lang="en-US" dirty="0" err="1"/>
                    </a:p>
                  </a:txBody>
                  <a:tcPr anchor="ctr"/>
                </a:tc>
                <a:tc>
                  <a:txBody>
                    <a:bodyPr/>
                    <a:lstStyle/>
                    <a:p>
                      <a:pPr lvl="0">
                        <a:buNone/>
                      </a:pPr>
                      <a:r>
                        <a:rPr lang="en-US" sz="1800" b="0" i="0" u="none" strike="noStrike" noProof="0" dirty="0" err="1">
                          <a:solidFill>
                            <a:srgbClr val="000000"/>
                          </a:solidFill>
                          <a:latin typeface="Aptos"/>
                        </a:rPr>
                        <a:t>trực</a:t>
                      </a:r>
                      <a:r>
                        <a:rPr lang="en-US" sz="1800" b="0" i="0" u="none" strike="noStrike" noProof="0" dirty="0">
                          <a:solidFill>
                            <a:srgbClr val="000000"/>
                          </a:solidFill>
                          <a:latin typeface="Aptos"/>
                        </a:rPr>
                        <a:t> </a:t>
                      </a:r>
                      <a:r>
                        <a:rPr lang="en-US" sz="1800" b="0" i="0" u="none" strike="noStrike" noProof="0" dirty="0" err="1">
                          <a:solidFill>
                            <a:srgbClr val="000000"/>
                          </a:solidFill>
                          <a:latin typeface="Aptos"/>
                        </a:rPr>
                        <a:t>tiếp</a:t>
                      </a:r>
                      <a:endParaRPr lang="en-US" dirty="0" err="1"/>
                    </a:p>
                  </a:txBody>
                  <a:tcPr anchor="ctr"/>
                </a:tc>
                <a:extLst>
                  <a:ext uri="{0D108BD9-81ED-4DB2-BD59-A6C34878D82A}">
                    <a16:rowId xmlns:a16="http://schemas.microsoft.com/office/drawing/2014/main" val="1216580171"/>
                  </a:ext>
                </a:extLst>
              </a:tr>
              <a:tr h="522829">
                <a:tc>
                  <a:txBody>
                    <a:bodyPr/>
                    <a:lstStyle/>
                    <a:p>
                      <a:pPr lvl="0">
                        <a:buNone/>
                      </a:pPr>
                      <a:r>
                        <a:rPr lang="en-US" sz="1800" b="0" i="0" u="none" strike="noStrike" noProof="0" dirty="0">
                          <a:latin typeface="Aptos"/>
                        </a:rPr>
                        <a:t>State </a:t>
                      </a:r>
                      <a:r>
                        <a:rPr lang="en-US" sz="1800" b="0" i="0" u="none" strike="noStrike" noProof="0" dirty="0" err="1">
                          <a:latin typeface="Aptos"/>
                        </a:rPr>
                        <a:t>Phức</a:t>
                      </a:r>
                      <a:r>
                        <a:rPr lang="en-US" sz="1800" b="0" i="0" u="none" strike="noStrike" noProof="0" dirty="0">
                          <a:latin typeface="Aptos"/>
                        </a:rPr>
                        <a:t> </a:t>
                      </a:r>
                      <a:r>
                        <a:rPr lang="en-US" sz="1800" b="0" i="0" u="none" strike="noStrike" noProof="0" dirty="0" err="1">
                          <a:latin typeface="Aptos"/>
                        </a:rPr>
                        <a:t>tạp</a:t>
                      </a:r>
                      <a:r>
                        <a:rPr lang="en-US" sz="1800" b="0" i="0" u="none" strike="noStrike" noProof="0" dirty="0">
                          <a:latin typeface="Aptos"/>
                        </a:rPr>
                        <a:t> (Global State)</a:t>
                      </a:r>
                      <a:endParaRPr lang="en-US" dirty="0"/>
                    </a:p>
                  </a:txBody>
                  <a:tcPr anchor="ctr"/>
                </a:tc>
                <a:tc>
                  <a:txBody>
                    <a:bodyPr/>
                    <a:lstStyle/>
                    <a:p>
                      <a:pPr lvl="0">
                        <a:buNone/>
                      </a:pPr>
                      <a:r>
                        <a:rPr lang="en-US" sz="1800" b="0" i="0" u="none" strike="noStrike" noProof="0" dirty="0">
                          <a:latin typeface="Aptos"/>
                        </a:rPr>
                        <a:t>Abstraction (Provider/</a:t>
                      </a:r>
                      <a:r>
                        <a:rPr lang="en-US" sz="1800" b="0" i="0" u="none" strike="noStrike" noProof="0" dirty="0" err="1">
                          <a:latin typeface="Aptos"/>
                        </a:rPr>
                        <a:t>Riverpod</a:t>
                      </a:r>
                      <a:r>
                        <a:rPr lang="en-US" sz="1800" b="0" i="0" u="none" strike="noStrike" noProof="0" dirty="0">
                          <a:latin typeface="Aptos"/>
                        </a:rPr>
                        <a:t>)</a:t>
                      </a:r>
                      <a:endParaRPr lang="en-US" dirty="0"/>
                    </a:p>
                  </a:txBody>
                  <a:tcPr anchor="ctr"/>
                </a:tc>
                <a:extLst>
                  <a:ext uri="{0D108BD9-81ED-4DB2-BD59-A6C34878D82A}">
                    <a16:rowId xmlns:a16="http://schemas.microsoft.com/office/drawing/2014/main" val="3559426534"/>
                  </a:ext>
                </a:extLst>
              </a:tr>
              <a:tr h="537353">
                <a:tc>
                  <a:txBody>
                    <a:bodyPr/>
                    <a:lstStyle/>
                    <a:p>
                      <a:pPr lvl="0">
                        <a:buNone/>
                      </a:pPr>
                      <a:r>
                        <a:rPr lang="en-US" sz="1800" b="0" i="0" u="none" strike="noStrike" noProof="0" dirty="0" err="1">
                          <a:latin typeface="Aptos"/>
                        </a:rPr>
                        <a:t>Truyền</a:t>
                      </a:r>
                      <a:r>
                        <a:rPr lang="en-US" sz="1800" b="0" i="0" u="none" strike="noStrike" noProof="0" dirty="0">
                          <a:latin typeface="Aptos"/>
                        </a:rPr>
                        <a:t> </a:t>
                      </a:r>
                      <a:r>
                        <a:rPr lang="en-US" sz="1800" b="0" i="0" u="none" strike="noStrike" noProof="0" dirty="0" err="1">
                          <a:latin typeface="Aptos"/>
                        </a:rPr>
                        <a:t>hàm</a:t>
                      </a:r>
                      <a:r>
                        <a:rPr lang="en-US" sz="1800" b="0" i="0" u="none" strike="noStrike" noProof="0" dirty="0">
                          <a:latin typeface="Aptos"/>
                        </a:rPr>
                        <a:t> </a:t>
                      </a:r>
                      <a:r>
                        <a:rPr lang="en-US" sz="1800" b="0" i="0" u="none" strike="noStrike" noProof="0" dirty="0" err="1">
                          <a:latin typeface="Aptos"/>
                        </a:rPr>
                        <a:t>và</a:t>
                      </a:r>
                      <a:r>
                        <a:rPr lang="en-US" sz="1800" b="0" i="0" u="none" strike="noStrike" noProof="0" dirty="0">
                          <a:latin typeface="Aptos"/>
                        </a:rPr>
                        <a:t> </a:t>
                      </a:r>
                      <a:r>
                        <a:rPr lang="en-US" sz="1800" b="0" i="0" u="none" strike="noStrike" noProof="0" dirty="0" err="1">
                          <a:latin typeface="Aptos"/>
                        </a:rPr>
                        <a:t>Tối</a:t>
                      </a:r>
                      <a:r>
                        <a:rPr lang="en-US" sz="1800" b="0" i="0" u="none" strike="noStrike" noProof="0" dirty="0">
                          <a:latin typeface="Aptos"/>
                        </a:rPr>
                        <a:t> </a:t>
                      </a:r>
                      <a:r>
                        <a:rPr lang="en-US" sz="1800" b="0" i="0" u="none" strike="noStrike" noProof="0" dirty="0" err="1">
                          <a:latin typeface="Aptos"/>
                        </a:rPr>
                        <a:t>ưu</a:t>
                      </a:r>
                      <a:r>
                        <a:rPr lang="en-US" sz="1800" b="0" i="0" u="none" strike="noStrike" noProof="0" dirty="0">
                          <a:latin typeface="Aptos"/>
                        </a:rPr>
                        <a:t> </a:t>
                      </a:r>
                      <a:r>
                        <a:rPr lang="en-US" sz="1800" b="0" i="0" u="none" strike="noStrike" noProof="0" dirty="0" err="1">
                          <a:latin typeface="Aptos"/>
                        </a:rPr>
                        <a:t>hóa</a:t>
                      </a:r>
                      <a:endParaRPr lang="en-US" dirty="0" err="1"/>
                    </a:p>
                  </a:txBody>
                  <a:tcPr anchor="ctr"/>
                </a:tc>
                <a:tc>
                  <a:txBody>
                    <a:bodyPr/>
                    <a:lstStyle/>
                    <a:p>
                      <a:pPr lvl="0">
                        <a:buNone/>
                      </a:pPr>
                      <a:r>
                        <a:rPr lang="en-US" sz="1800" b="0" i="0" u="none" strike="noStrike" noProof="0" dirty="0" err="1">
                          <a:latin typeface="Consolas"/>
                        </a:rPr>
                        <a:t>findAncestorStateOfType</a:t>
                      </a:r>
                      <a:r>
                        <a:rPr lang="en-US" sz="1800" b="0" i="0" u="none" strike="noStrike" noProof="0" dirty="0">
                          <a:latin typeface="Aptos"/>
                        </a:rPr>
                        <a:t> (</a:t>
                      </a:r>
                      <a:r>
                        <a:rPr lang="en-US" sz="1800" b="0" i="0" u="none" strike="noStrike" noProof="0" dirty="0" err="1">
                          <a:latin typeface="Aptos"/>
                        </a:rPr>
                        <a:t>hoặc</a:t>
                      </a:r>
                      <a:r>
                        <a:rPr lang="en-US" sz="1800" b="0" i="0" u="none" strike="noStrike" noProof="0" dirty="0">
                          <a:latin typeface="Aptos"/>
                        </a:rPr>
                        <a:t> Provider)</a:t>
                      </a:r>
                      <a:endParaRPr lang="en-US" dirty="0"/>
                    </a:p>
                  </a:txBody>
                  <a:tcPr anchor="ctr"/>
                </a:tc>
                <a:extLst>
                  <a:ext uri="{0D108BD9-81ED-4DB2-BD59-A6C34878D82A}">
                    <a16:rowId xmlns:a16="http://schemas.microsoft.com/office/drawing/2014/main" val="1930891041"/>
                  </a:ext>
                </a:extLst>
              </a:tr>
            </a:tbl>
          </a:graphicData>
        </a:graphic>
      </p:graphicFrame>
      <p:sp>
        <p:nvSpPr>
          <p:cNvPr id="15" name="Rectangle: Diagonal Corners Rounded 14">
            <a:extLst>
              <a:ext uri="{FF2B5EF4-FFF2-40B4-BE49-F238E27FC236}">
                <a16:creationId xmlns:a16="http://schemas.microsoft.com/office/drawing/2014/main" id="{52FBD355-B16B-7B54-5AC7-78252BE2C6D8}"/>
              </a:ext>
            </a:extLst>
          </p:cNvPr>
          <p:cNvSpPr/>
          <p:nvPr/>
        </p:nvSpPr>
        <p:spPr>
          <a:xfrm>
            <a:off x="1691908" y="4889909"/>
            <a:ext cx="8812795" cy="1689837"/>
          </a:xfrm>
          <a:prstGeom prst="round2DiagRect">
            <a:avLst>
              <a:gd name="adj1" fmla="val 0"/>
              <a:gd name="adj2" fmla="val 50000"/>
            </a:avLst>
          </a:prstGeom>
          <a:solidFill>
            <a:schemeClr val="bg2">
              <a:lumMod val="1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427F4181-F5D2-529E-A03C-FF156912F9E8}"/>
              </a:ext>
            </a:extLst>
          </p:cNvPr>
          <p:cNvSpPr txBox="1"/>
          <p:nvPr/>
        </p:nvSpPr>
        <p:spPr>
          <a:xfrm>
            <a:off x="2337486" y="5086864"/>
            <a:ext cx="75273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err="1">
                <a:solidFill>
                  <a:schemeClr val="bg1"/>
                </a:solidFill>
                <a:latin typeface="Tahoma"/>
                <a:ea typeface="Tahoma"/>
                <a:cs typeface="Tahoma"/>
              </a:rPr>
              <a:t>Nên</a:t>
            </a:r>
            <a:r>
              <a:rPr lang="en-US" dirty="0">
                <a:solidFill>
                  <a:schemeClr val="bg1"/>
                </a:solidFill>
                <a:latin typeface="Tahoma"/>
                <a:ea typeface="Tahoma"/>
                <a:cs typeface="Tahoma"/>
              </a:rPr>
              <a:t> </a:t>
            </a:r>
            <a:r>
              <a:rPr lang="en-US" dirty="0" err="1">
                <a:solidFill>
                  <a:schemeClr val="bg1"/>
                </a:solidFill>
                <a:latin typeface="Tahoma"/>
                <a:ea typeface="Tahoma"/>
                <a:cs typeface="Tahoma"/>
              </a:rPr>
              <a:t>sử</a:t>
            </a:r>
            <a:r>
              <a:rPr lang="en-US" dirty="0">
                <a:solidFill>
                  <a:schemeClr val="bg1"/>
                </a:solidFill>
                <a:latin typeface="Tahoma"/>
                <a:ea typeface="Tahoma"/>
                <a:cs typeface="Tahoma"/>
              </a:rPr>
              <a:t> </a:t>
            </a:r>
            <a:r>
              <a:rPr lang="en-US" dirty="0" err="1">
                <a:solidFill>
                  <a:schemeClr val="bg1"/>
                </a:solidFill>
                <a:latin typeface="Tahoma"/>
                <a:ea typeface="Tahoma"/>
                <a:cs typeface="Tahoma"/>
              </a:rPr>
              <a:t>dụng</a:t>
            </a:r>
            <a:r>
              <a:rPr lang="en-US" dirty="0">
                <a:solidFill>
                  <a:schemeClr val="bg1"/>
                </a:solidFill>
                <a:latin typeface="Tahoma"/>
                <a:ea typeface="Tahoma"/>
                <a:cs typeface="Tahoma"/>
              </a:rPr>
              <a:t> </a:t>
            </a:r>
            <a:r>
              <a:rPr lang="en-US" dirty="0" err="1">
                <a:solidFill>
                  <a:schemeClr val="bg1"/>
                </a:solidFill>
                <a:latin typeface="Tahoma"/>
                <a:ea typeface="Tahoma"/>
                <a:cs typeface="Tahoma"/>
              </a:rPr>
              <a:t>nó</a:t>
            </a:r>
            <a:r>
              <a:rPr lang="en-US" dirty="0">
                <a:solidFill>
                  <a:schemeClr val="bg1"/>
                </a:solidFill>
                <a:latin typeface="Tahoma"/>
                <a:ea typeface="Tahoma"/>
                <a:cs typeface="Tahoma"/>
              </a:rPr>
              <a:t> </a:t>
            </a:r>
            <a:r>
              <a:rPr lang="en-US" b="1" dirty="0" err="1">
                <a:solidFill>
                  <a:schemeClr val="bg1"/>
                </a:solidFill>
                <a:latin typeface="Tahoma"/>
                <a:ea typeface="Tahoma"/>
                <a:cs typeface="Tahoma"/>
              </a:rPr>
              <a:t>trực</a:t>
            </a:r>
            <a:r>
              <a:rPr lang="en-US" b="1" dirty="0">
                <a:solidFill>
                  <a:schemeClr val="bg1"/>
                </a:solidFill>
                <a:latin typeface="Tahoma"/>
                <a:ea typeface="Tahoma"/>
                <a:cs typeface="Tahoma"/>
              </a:rPr>
              <a:t> </a:t>
            </a:r>
            <a:r>
              <a:rPr lang="en-US" b="1" dirty="0" err="1">
                <a:solidFill>
                  <a:schemeClr val="bg1"/>
                </a:solidFill>
                <a:latin typeface="Tahoma"/>
                <a:ea typeface="Tahoma"/>
                <a:cs typeface="Tahoma"/>
              </a:rPr>
              <a:t>tiếp</a:t>
            </a:r>
            <a:r>
              <a:rPr lang="en-US" dirty="0">
                <a:solidFill>
                  <a:schemeClr val="bg1"/>
                </a:solidFill>
                <a:latin typeface="Tahoma"/>
                <a:ea typeface="Tahoma"/>
                <a:cs typeface="Tahoma"/>
              </a:rPr>
              <a:t> </a:t>
            </a:r>
            <a:r>
              <a:rPr lang="en-US" dirty="0" err="1">
                <a:solidFill>
                  <a:schemeClr val="bg1"/>
                </a:solidFill>
                <a:latin typeface="Tahoma"/>
                <a:ea typeface="Tahoma"/>
                <a:cs typeface="Tahoma"/>
              </a:rPr>
              <a:t>cho</a:t>
            </a:r>
            <a:r>
              <a:rPr lang="en-US" dirty="0">
                <a:solidFill>
                  <a:schemeClr val="bg1"/>
                </a:solidFill>
                <a:latin typeface="Tahoma"/>
                <a:ea typeface="Tahoma"/>
                <a:cs typeface="Tahoma"/>
              </a:rPr>
              <a:t> </a:t>
            </a:r>
            <a:r>
              <a:rPr lang="en-US" dirty="0" err="1">
                <a:solidFill>
                  <a:schemeClr val="bg1"/>
                </a:solidFill>
                <a:latin typeface="Tahoma"/>
                <a:ea typeface="Tahoma"/>
                <a:cs typeface="Tahoma"/>
              </a:rPr>
              <a:t>các</a:t>
            </a:r>
            <a:r>
              <a:rPr lang="en-US" dirty="0">
                <a:solidFill>
                  <a:schemeClr val="bg1"/>
                </a:solidFill>
                <a:latin typeface="Tahoma"/>
                <a:ea typeface="Tahoma"/>
                <a:cs typeface="Tahoma"/>
              </a:rPr>
              <a:t> </a:t>
            </a:r>
            <a:r>
              <a:rPr lang="en-US" b="1" dirty="0" err="1">
                <a:solidFill>
                  <a:schemeClr val="bg1"/>
                </a:solidFill>
                <a:latin typeface="Tahoma"/>
                <a:ea typeface="Tahoma"/>
                <a:cs typeface="Tahoma"/>
              </a:rPr>
              <a:t>dịch</a:t>
            </a:r>
            <a:r>
              <a:rPr lang="en-US" b="1" dirty="0">
                <a:solidFill>
                  <a:schemeClr val="bg1"/>
                </a:solidFill>
                <a:latin typeface="Tahoma"/>
                <a:ea typeface="Tahoma"/>
                <a:cs typeface="Tahoma"/>
              </a:rPr>
              <a:t> </a:t>
            </a:r>
            <a:r>
              <a:rPr lang="en-US" b="1" dirty="0" err="1">
                <a:solidFill>
                  <a:schemeClr val="bg1"/>
                </a:solidFill>
                <a:latin typeface="Tahoma"/>
                <a:ea typeface="Tahoma"/>
                <a:cs typeface="Tahoma"/>
              </a:rPr>
              <a:t>vụ</a:t>
            </a:r>
            <a:r>
              <a:rPr lang="en-US" b="1" dirty="0">
                <a:solidFill>
                  <a:schemeClr val="bg1"/>
                </a:solidFill>
                <a:latin typeface="Tahoma"/>
                <a:ea typeface="Tahoma"/>
                <a:cs typeface="Tahoma"/>
              </a:rPr>
              <a:t>, </a:t>
            </a:r>
            <a:r>
              <a:rPr lang="en-US" b="1" dirty="0" err="1">
                <a:solidFill>
                  <a:schemeClr val="bg1"/>
                </a:solidFill>
                <a:latin typeface="Tahoma"/>
                <a:ea typeface="Tahoma"/>
                <a:cs typeface="Tahoma"/>
              </a:rPr>
              <a:t>cấu</a:t>
            </a:r>
            <a:r>
              <a:rPr lang="en-US" b="1" dirty="0">
                <a:solidFill>
                  <a:schemeClr val="bg1"/>
                </a:solidFill>
                <a:latin typeface="Tahoma"/>
                <a:ea typeface="Tahoma"/>
                <a:cs typeface="Tahoma"/>
              </a:rPr>
              <a:t> </a:t>
            </a:r>
            <a:r>
              <a:rPr lang="en-US" b="1" dirty="0" err="1">
                <a:solidFill>
                  <a:schemeClr val="bg1"/>
                </a:solidFill>
                <a:latin typeface="Tahoma"/>
                <a:ea typeface="Tahoma"/>
                <a:cs typeface="Tahoma"/>
              </a:rPr>
              <a:t>hình</a:t>
            </a:r>
            <a:r>
              <a:rPr lang="en-US" dirty="0">
                <a:solidFill>
                  <a:schemeClr val="bg1"/>
                </a:solidFill>
                <a:latin typeface="Tahoma"/>
                <a:ea typeface="Tahoma"/>
                <a:cs typeface="Tahoma"/>
              </a:rPr>
              <a:t> </a:t>
            </a:r>
            <a:r>
              <a:rPr lang="en-US" dirty="0" err="1">
                <a:solidFill>
                  <a:schemeClr val="bg1"/>
                </a:solidFill>
                <a:latin typeface="Tahoma"/>
                <a:ea typeface="Tahoma"/>
                <a:cs typeface="Tahoma"/>
              </a:rPr>
              <a:t>và</a:t>
            </a:r>
            <a:r>
              <a:rPr lang="en-US" dirty="0">
                <a:solidFill>
                  <a:schemeClr val="bg1"/>
                </a:solidFill>
                <a:latin typeface="Tahoma"/>
                <a:ea typeface="Tahoma"/>
                <a:cs typeface="Tahoma"/>
              </a:rPr>
              <a:t> </a:t>
            </a:r>
            <a:r>
              <a:rPr lang="en-US" b="1" dirty="0" err="1">
                <a:solidFill>
                  <a:schemeClr val="bg1"/>
                </a:solidFill>
                <a:latin typeface="Tahoma"/>
                <a:ea typeface="Tahoma"/>
                <a:cs typeface="Tahoma"/>
              </a:rPr>
              <a:t>dữ</a:t>
            </a:r>
            <a:r>
              <a:rPr lang="en-US" b="1" dirty="0">
                <a:solidFill>
                  <a:schemeClr val="bg1"/>
                </a:solidFill>
                <a:latin typeface="Tahoma"/>
                <a:ea typeface="Tahoma"/>
                <a:cs typeface="Tahoma"/>
              </a:rPr>
              <a:t> </a:t>
            </a:r>
            <a:r>
              <a:rPr lang="en-US" b="1" dirty="0" err="1">
                <a:solidFill>
                  <a:schemeClr val="bg1"/>
                </a:solidFill>
                <a:latin typeface="Tahoma"/>
                <a:ea typeface="Tahoma"/>
                <a:cs typeface="Tahoma"/>
              </a:rPr>
              <a:t>liệu</a:t>
            </a:r>
            <a:r>
              <a:rPr lang="en-US" b="1" dirty="0">
                <a:solidFill>
                  <a:schemeClr val="bg1"/>
                </a:solidFill>
                <a:latin typeface="Tahoma"/>
                <a:ea typeface="Tahoma"/>
                <a:cs typeface="Tahoma"/>
              </a:rPr>
              <a:t> </a:t>
            </a:r>
            <a:r>
              <a:rPr lang="en-US" b="1" dirty="0" err="1">
                <a:solidFill>
                  <a:schemeClr val="bg1"/>
                </a:solidFill>
                <a:latin typeface="Tahoma"/>
                <a:ea typeface="Tahoma"/>
                <a:cs typeface="Tahoma"/>
              </a:rPr>
              <a:t>tĩnh</a:t>
            </a:r>
            <a:r>
              <a:rPr lang="en-US" dirty="0">
                <a:solidFill>
                  <a:schemeClr val="bg1"/>
                </a:solidFill>
                <a:latin typeface="Tahoma"/>
                <a:ea typeface="Tahoma"/>
                <a:cs typeface="Tahoma"/>
              </a:rPr>
              <a:t>.</a:t>
            </a:r>
          </a:p>
        </p:txBody>
      </p:sp>
      <p:sp>
        <p:nvSpPr>
          <p:cNvPr id="23" name="TextBox 22">
            <a:extLst>
              <a:ext uri="{FF2B5EF4-FFF2-40B4-BE49-F238E27FC236}">
                <a16:creationId xmlns:a16="http://schemas.microsoft.com/office/drawing/2014/main" id="{BE1530AC-ED4E-2566-4FCD-E51696684FFA}"/>
              </a:ext>
            </a:extLst>
          </p:cNvPr>
          <p:cNvSpPr txBox="1"/>
          <p:nvPr/>
        </p:nvSpPr>
        <p:spPr>
          <a:xfrm>
            <a:off x="2749378" y="5735595"/>
            <a:ext cx="669324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err="1">
                <a:solidFill>
                  <a:srgbClr val="FFFFFF"/>
                </a:solidFill>
                <a:latin typeface="Tahoma"/>
                <a:ea typeface="Tahoma"/>
                <a:cs typeface="Tahoma"/>
              </a:rPr>
              <a:t>Hoặc</a:t>
            </a:r>
            <a:r>
              <a:rPr lang="en-US" b="1" dirty="0">
                <a:solidFill>
                  <a:srgbClr val="FFFFFF"/>
                </a:solidFill>
                <a:latin typeface="Tahoma"/>
                <a:ea typeface="Tahoma"/>
                <a:cs typeface="Tahoma"/>
              </a:rPr>
              <a:t> thông qua </a:t>
            </a:r>
            <a:r>
              <a:rPr lang="en-US" b="1" dirty="0" err="1">
                <a:solidFill>
                  <a:srgbClr val="FFFFFF"/>
                </a:solidFill>
                <a:latin typeface="Tahoma"/>
                <a:ea typeface="Tahoma"/>
                <a:cs typeface="Tahoma"/>
              </a:rPr>
              <a:t>các</a:t>
            </a:r>
            <a:r>
              <a:rPr lang="en-US" b="1" dirty="0">
                <a:solidFill>
                  <a:srgbClr val="FFFFFF"/>
                </a:solidFill>
                <a:latin typeface="Tahoma"/>
                <a:ea typeface="Tahoma"/>
                <a:cs typeface="Tahoma"/>
              </a:rPr>
              <a:t> </a:t>
            </a:r>
            <a:r>
              <a:rPr lang="en-US" b="1" dirty="0" err="1">
                <a:solidFill>
                  <a:srgbClr val="FFFFFF"/>
                </a:solidFill>
                <a:latin typeface="Tahoma"/>
                <a:ea typeface="Tahoma"/>
                <a:cs typeface="Tahoma"/>
              </a:rPr>
              <a:t>thư</a:t>
            </a:r>
            <a:r>
              <a:rPr lang="en-US" b="1" dirty="0">
                <a:solidFill>
                  <a:srgbClr val="FFFFFF"/>
                </a:solidFill>
                <a:latin typeface="Tahoma"/>
                <a:ea typeface="Tahoma"/>
                <a:cs typeface="Tahoma"/>
              </a:rPr>
              <a:t> </a:t>
            </a:r>
            <a:r>
              <a:rPr lang="en-US" b="1" dirty="0" err="1">
                <a:solidFill>
                  <a:srgbClr val="FFFFFF"/>
                </a:solidFill>
                <a:latin typeface="Tahoma"/>
                <a:ea typeface="Tahoma"/>
                <a:cs typeface="Tahoma"/>
              </a:rPr>
              <a:t>viện</a:t>
            </a:r>
            <a:r>
              <a:rPr lang="en-US" dirty="0">
                <a:solidFill>
                  <a:srgbClr val="FFFFFF"/>
                </a:solidFill>
                <a:latin typeface="Tahoma"/>
                <a:ea typeface="Tahoma"/>
                <a:cs typeface="Tahoma"/>
              </a:rPr>
              <a:t> (Abstraction) </a:t>
            </a:r>
            <a:r>
              <a:rPr lang="en-US" dirty="0" err="1">
                <a:solidFill>
                  <a:srgbClr val="FFFFFF"/>
                </a:solidFill>
                <a:latin typeface="Tahoma"/>
                <a:ea typeface="Tahoma"/>
                <a:cs typeface="Tahoma"/>
              </a:rPr>
              <a:t>như</a:t>
            </a:r>
            <a:r>
              <a:rPr lang="en-US" dirty="0">
                <a:solidFill>
                  <a:srgbClr val="FFFFFF"/>
                </a:solidFill>
                <a:latin typeface="Tahoma"/>
                <a:ea typeface="Tahoma"/>
                <a:cs typeface="Tahoma"/>
              </a:rPr>
              <a:t> </a:t>
            </a:r>
            <a:r>
              <a:rPr lang="en-US" b="1" dirty="0">
                <a:solidFill>
                  <a:srgbClr val="FFFFFF"/>
                </a:solidFill>
                <a:latin typeface="Tahoma"/>
                <a:ea typeface="Tahoma"/>
                <a:cs typeface="Tahoma"/>
              </a:rPr>
              <a:t>Provider</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hoặc</a:t>
            </a:r>
            <a:r>
              <a:rPr lang="en-US" dirty="0">
                <a:solidFill>
                  <a:srgbClr val="FFFFFF"/>
                </a:solidFill>
                <a:latin typeface="Tahoma"/>
                <a:ea typeface="Tahoma"/>
                <a:cs typeface="Tahoma"/>
              </a:rPr>
              <a:t> </a:t>
            </a:r>
            <a:r>
              <a:rPr lang="en-US" b="1" dirty="0" err="1">
                <a:solidFill>
                  <a:srgbClr val="FFFFFF"/>
                </a:solidFill>
                <a:latin typeface="Tahoma"/>
                <a:ea typeface="Tahoma"/>
                <a:cs typeface="Tahoma"/>
              </a:rPr>
              <a:t>Riverpod</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cho</a:t>
            </a:r>
            <a:r>
              <a:rPr lang="en-US" dirty="0">
                <a:solidFill>
                  <a:srgbClr val="FFFFFF"/>
                </a:solidFill>
                <a:latin typeface="Tahoma"/>
                <a:ea typeface="Tahoma"/>
                <a:cs typeface="Tahoma"/>
              </a:rPr>
              <a:t> </a:t>
            </a:r>
            <a:r>
              <a:rPr lang="en-US" dirty="0" err="1">
                <a:solidFill>
                  <a:srgbClr val="FFFFFF"/>
                </a:solidFill>
                <a:latin typeface="Tahoma"/>
                <a:ea typeface="Tahoma"/>
                <a:cs typeface="Tahoma"/>
              </a:rPr>
              <a:t>việc</a:t>
            </a:r>
            <a:r>
              <a:rPr lang="en-US" dirty="0">
                <a:solidFill>
                  <a:srgbClr val="FFFFFF"/>
                </a:solidFill>
                <a:latin typeface="Tahoma"/>
                <a:ea typeface="Tahoma"/>
                <a:cs typeface="Tahoma"/>
              </a:rPr>
              <a:t> </a:t>
            </a:r>
            <a:r>
              <a:rPr lang="en-US" b="1" dirty="0" err="1">
                <a:solidFill>
                  <a:srgbClr val="FFFFFF"/>
                </a:solidFill>
                <a:latin typeface="Tahoma"/>
                <a:ea typeface="Tahoma"/>
                <a:cs typeface="Tahoma"/>
              </a:rPr>
              <a:t>quản</a:t>
            </a:r>
            <a:r>
              <a:rPr lang="en-US" b="1" dirty="0">
                <a:solidFill>
                  <a:srgbClr val="FFFFFF"/>
                </a:solidFill>
                <a:latin typeface="Tahoma"/>
                <a:ea typeface="Tahoma"/>
                <a:cs typeface="Tahoma"/>
              </a:rPr>
              <a:t> </a:t>
            </a:r>
            <a:r>
              <a:rPr lang="en-US" b="1" dirty="0" err="1">
                <a:solidFill>
                  <a:srgbClr val="FFFFFF"/>
                </a:solidFill>
                <a:latin typeface="Tahoma"/>
                <a:ea typeface="Tahoma"/>
                <a:cs typeface="Tahoma"/>
              </a:rPr>
              <a:t>lý</a:t>
            </a:r>
            <a:r>
              <a:rPr lang="en-US" b="1" dirty="0">
                <a:solidFill>
                  <a:srgbClr val="FFFFFF"/>
                </a:solidFill>
                <a:latin typeface="Tahoma"/>
                <a:ea typeface="Tahoma"/>
                <a:cs typeface="Tahoma"/>
              </a:rPr>
              <a:t> State </a:t>
            </a:r>
            <a:r>
              <a:rPr lang="en-US" b="1" dirty="0" err="1">
                <a:solidFill>
                  <a:srgbClr val="FFFFFF"/>
                </a:solidFill>
                <a:latin typeface="Tahoma"/>
                <a:ea typeface="Tahoma"/>
                <a:cs typeface="Tahoma"/>
              </a:rPr>
              <a:t>động</a:t>
            </a:r>
            <a:r>
              <a:rPr lang="en-US" b="1" dirty="0">
                <a:solidFill>
                  <a:srgbClr val="FFFFFF"/>
                </a:solidFill>
                <a:latin typeface="Tahoma"/>
                <a:ea typeface="Tahoma"/>
                <a:cs typeface="Tahoma"/>
              </a:rPr>
              <a:t> </a:t>
            </a:r>
            <a:r>
              <a:rPr lang="en-US" b="1" dirty="0" err="1">
                <a:solidFill>
                  <a:srgbClr val="FFFFFF"/>
                </a:solidFill>
                <a:latin typeface="Tahoma"/>
                <a:ea typeface="Tahoma"/>
                <a:cs typeface="Tahoma"/>
              </a:rPr>
              <a:t>và</a:t>
            </a:r>
            <a:r>
              <a:rPr lang="en-US" b="1" dirty="0">
                <a:solidFill>
                  <a:srgbClr val="FFFFFF"/>
                </a:solidFill>
                <a:latin typeface="Tahoma"/>
                <a:ea typeface="Tahoma"/>
                <a:cs typeface="Tahoma"/>
              </a:rPr>
              <a:t> </a:t>
            </a:r>
            <a:r>
              <a:rPr lang="en-US" b="1" dirty="0" err="1">
                <a:solidFill>
                  <a:srgbClr val="FFFFFF"/>
                </a:solidFill>
                <a:latin typeface="Tahoma"/>
                <a:ea typeface="Tahoma"/>
                <a:cs typeface="Tahoma"/>
              </a:rPr>
              <a:t>phức</a:t>
            </a:r>
            <a:r>
              <a:rPr lang="en-US" b="1" dirty="0">
                <a:solidFill>
                  <a:srgbClr val="FFFFFF"/>
                </a:solidFill>
                <a:latin typeface="Tahoma"/>
                <a:ea typeface="Tahoma"/>
                <a:cs typeface="Tahoma"/>
              </a:rPr>
              <a:t> </a:t>
            </a:r>
            <a:r>
              <a:rPr lang="en-US" b="1" dirty="0" err="1">
                <a:solidFill>
                  <a:srgbClr val="FFFFFF"/>
                </a:solidFill>
                <a:latin typeface="Tahoma"/>
                <a:ea typeface="Tahoma"/>
                <a:cs typeface="Tahoma"/>
              </a:rPr>
              <a:t>tạp</a:t>
            </a:r>
            <a:endParaRPr lang="en-US" dirty="0" err="1">
              <a:solidFill>
                <a:srgbClr val="FFFFFF"/>
              </a:solidFill>
              <a:latin typeface="Tahoma"/>
              <a:ea typeface="Tahoma"/>
              <a:cs typeface="Tahoma"/>
            </a:endParaRPr>
          </a:p>
          <a:p>
            <a:pPr algn="ctr"/>
            <a:endParaRPr lang="en-US">
              <a:solidFill>
                <a:srgbClr val="FFFFFF"/>
              </a:solidFill>
              <a:latin typeface="Tahoma"/>
              <a:ea typeface="Tahoma"/>
              <a:cs typeface="Tahoma"/>
            </a:endParaRPr>
          </a:p>
        </p:txBody>
      </p:sp>
    </p:spTree>
    <p:extLst>
      <p:ext uri="{BB962C8B-B14F-4D97-AF65-F5344CB8AC3E}">
        <p14:creationId xmlns:p14="http://schemas.microsoft.com/office/powerpoint/2010/main" val="28588370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6000">
              <a:schemeClr val="tx1"/>
            </a:gs>
            <a:gs pos="2000">
              <a:schemeClr val="bg1"/>
            </a:gs>
            <a:gs pos="11000">
              <a:schemeClr val="bg1"/>
            </a:gs>
          </a:gsLst>
          <a:lin ang="2400000" scaled="0"/>
          <a:tileRect/>
        </a:gradFill>
        <a:effectLst/>
      </p:bgPr>
    </p:bg>
    <p:spTree>
      <p:nvGrpSpPr>
        <p:cNvPr id="1" name="">
          <a:extLst>
            <a:ext uri="{FF2B5EF4-FFF2-40B4-BE49-F238E27FC236}">
              <a16:creationId xmlns:a16="http://schemas.microsoft.com/office/drawing/2014/main" id="{81D68CB0-5F1A-B883-BC1A-5DDB46B2519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A580CF5-A9B5-A808-CD66-4CD3DCBA57B5}"/>
              </a:ext>
            </a:extLst>
          </p:cNvPr>
          <p:cNvSpPr txBox="1"/>
          <p:nvPr/>
        </p:nvSpPr>
        <p:spPr>
          <a:xfrm>
            <a:off x="731672" y="531611"/>
            <a:ext cx="8987692" cy="584775"/>
          </a:xfrm>
          <a:prstGeom prst="rect">
            <a:avLst/>
          </a:prstGeom>
          <a:noFill/>
          <a:ln>
            <a:noFill/>
          </a:ln>
        </p:spPr>
        <p:txBody>
          <a:bodyPr wrap="square" lIns="91440" tIns="45720" rIns="91440" bIns="45720" anchor="t">
            <a:spAutoFit/>
          </a:bodyPr>
          <a:lstStyle/>
          <a:p>
            <a:r>
              <a:rPr lang="en-US" sz="3200" b="1" dirty="0">
                <a:ln w="25400" cap="sq">
                  <a:noFill/>
                  <a:miter lim="800000"/>
                </a:ln>
                <a:effectLst>
                  <a:glow rad="177800">
                    <a:prstClr val="white">
                      <a:alpha val="86000"/>
                    </a:prstClr>
                  </a:glow>
                </a:effectLst>
                <a:latin typeface="Aptos"/>
                <a:ea typeface="Tahoma"/>
                <a:cs typeface="Tahoma"/>
              </a:rPr>
              <a:t>DEMO CODE</a:t>
            </a:r>
          </a:p>
        </p:txBody>
      </p:sp>
      <p:cxnSp>
        <p:nvCxnSpPr>
          <p:cNvPr id="8" name="Straight Connector 7">
            <a:extLst>
              <a:ext uri="{FF2B5EF4-FFF2-40B4-BE49-F238E27FC236}">
                <a16:creationId xmlns:a16="http://schemas.microsoft.com/office/drawing/2014/main" id="{907DE6C4-97FB-5FAB-B4A8-8A39FDB0A1FA}"/>
              </a:ext>
            </a:extLst>
          </p:cNvPr>
          <p:cNvCxnSpPr>
            <a:cxnSpLocks/>
          </p:cNvCxnSpPr>
          <p:nvPr/>
        </p:nvCxnSpPr>
        <p:spPr>
          <a:xfrm>
            <a:off x="129945" y="1125413"/>
            <a:ext cx="6615989" cy="10732"/>
          </a:xfrm>
          <a:prstGeom prst="line">
            <a:avLst/>
          </a:prstGeom>
          <a:ln w="6350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D193F34E-2297-7425-196A-6ACAEE168066}"/>
              </a:ext>
            </a:extLst>
          </p:cNvPr>
          <p:cNvSpPr txBox="1"/>
          <p:nvPr/>
        </p:nvSpPr>
        <p:spPr>
          <a:xfrm>
            <a:off x="601012" y="1507902"/>
            <a:ext cx="5248143"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00FF"/>
                </a:solidFill>
                <a:latin typeface="Consolas"/>
                <a:ea typeface="Consolas"/>
                <a:cs typeface="Consolas"/>
              </a:rPr>
              <a:t>import</a:t>
            </a:r>
            <a:r>
              <a:rPr lang="en-US" dirty="0">
                <a:solidFill>
                  <a:srgbClr val="3B3B3B"/>
                </a:solidFill>
                <a:latin typeface="Consolas"/>
                <a:ea typeface="Consolas"/>
                <a:cs typeface="Consolas"/>
              </a:rPr>
              <a:t> </a:t>
            </a:r>
            <a:r>
              <a:rPr lang="en-US" dirty="0">
                <a:solidFill>
                  <a:srgbClr val="A31515"/>
                </a:solidFill>
                <a:latin typeface="Consolas"/>
                <a:ea typeface="Consolas"/>
                <a:cs typeface="Consolas"/>
              </a:rPr>
              <a:t>'</a:t>
            </a:r>
            <a:r>
              <a:rPr lang="en-US" dirty="0" err="1">
                <a:solidFill>
                  <a:srgbClr val="A31515"/>
                </a:solidFill>
                <a:latin typeface="Consolas"/>
                <a:ea typeface="Consolas"/>
                <a:cs typeface="Consolas"/>
              </a:rPr>
              <a:t>package:flutter</a:t>
            </a:r>
            <a:r>
              <a:rPr lang="en-US" dirty="0">
                <a:solidFill>
                  <a:srgbClr val="A31515"/>
                </a:solidFill>
                <a:latin typeface="Consolas"/>
                <a:ea typeface="Consolas"/>
                <a:cs typeface="Consolas"/>
              </a:rPr>
              <a:t>/</a:t>
            </a:r>
            <a:r>
              <a:rPr lang="en-US" dirty="0" err="1">
                <a:solidFill>
                  <a:srgbClr val="A31515"/>
                </a:solidFill>
                <a:latin typeface="Consolas"/>
                <a:ea typeface="Consolas"/>
                <a:cs typeface="Consolas"/>
              </a:rPr>
              <a:t>material.dart</a:t>
            </a:r>
            <a:r>
              <a:rPr lang="en-US" dirty="0">
                <a:solidFill>
                  <a:srgbClr val="A31515"/>
                </a:solidFill>
                <a:latin typeface="Consolas"/>
                <a:ea typeface="Consolas"/>
                <a:cs typeface="Consolas"/>
              </a:rPr>
              <a:t>'</a:t>
            </a:r>
            <a:r>
              <a:rPr lang="en-US" dirty="0">
                <a:solidFill>
                  <a:srgbClr val="3B3B3B"/>
                </a:solidFill>
                <a:latin typeface="Consolas"/>
                <a:ea typeface="Consolas"/>
                <a:cs typeface="Consolas"/>
              </a:rPr>
              <a:t>;</a:t>
            </a:r>
            <a:br>
              <a:rPr lang="en-US" dirty="0">
                <a:latin typeface="Consolas"/>
                <a:ea typeface="Consolas"/>
                <a:cs typeface="Consolas"/>
              </a:rPr>
            </a:br>
            <a:r>
              <a:rPr lang="en-US" dirty="0">
                <a:solidFill>
                  <a:srgbClr val="0000FF"/>
                </a:solidFill>
                <a:latin typeface="Consolas"/>
                <a:ea typeface="Consolas"/>
                <a:cs typeface="Consolas"/>
              </a:rPr>
              <a:t>void</a:t>
            </a:r>
            <a:r>
              <a:rPr lang="en-US" dirty="0">
                <a:solidFill>
                  <a:srgbClr val="3B3B3B"/>
                </a:solidFill>
                <a:latin typeface="Consolas"/>
                <a:ea typeface="Consolas"/>
                <a:cs typeface="Consolas"/>
              </a:rPr>
              <a:t> </a:t>
            </a:r>
            <a:r>
              <a:rPr lang="en-US" dirty="0">
                <a:solidFill>
                  <a:srgbClr val="795E26"/>
                </a:solidFill>
                <a:latin typeface="Consolas"/>
                <a:ea typeface="Consolas"/>
                <a:cs typeface="Consolas"/>
              </a:rPr>
              <a:t>main</a:t>
            </a:r>
            <a:r>
              <a:rPr lang="en-US" dirty="0">
                <a:solidFill>
                  <a:srgbClr val="3B3B3B"/>
                </a:solidFill>
                <a:latin typeface="Consolas"/>
                <a:ea typeface="Consolas"/>
                <a:cs typeface="Consolas"/>
              </a:rPr>
              <a:t>() </a:t>
            </a:r>
            <a:r>
              <a:rPr lang="en-US" dirty="0">
                <a:solidFill>
                  <a:srgbClr val="000000"/>
                </a:solidFill>
                <a:latin typeface="Consolas"/>
                <a:ea typeface="Consolas"/>
                <a:cs typeface="Consolas"/>
              </a:rPr>
              <a:t>=&gt;</a:t>
            </a:r>
            <a:r>
              <a:rPr lang="en-US" dirty="0">
                <a:solidFill>
                  <a:srgbClr val="3B3B3B"/>
                </a:solidFill>
                <a:latin typeface="Consolas"/>
                <a:ea typeface="Consolas"/>
                <a:cs typeface="Consolas"/>
              </a:rPr>
              <a:t> </a:t>
            </a:r>
            <a:r>
              <a:rPr lang="en-US" dirty="0" err="1">
                <a:solidFill>
                  <a:srgbClr val="795E26"/>
                </a:solidFill>
                <a:latin typeface="Consolas"/>
                <a:ea typeface="Consolas"/>
                <a:cs typeface="Consolas"/>
              </a:rPr>
              <a:t>runApp</a:t>
            </a:r>
            <a:r>
              <a:rPr lang="en-US" dirty="0">
                <a:solidFill>
                  <a:srgbClr val="3B3B3B"/>
                </a:solidFill>
                <a:latin typeface="Consolas"/>
                <a:ea typeface="Consolas"/>
                <a:cs typeface="Consolas"/>
              </a:rPr>
              <a:t>(</a:t>
            </a:r>
            <a:r>
              <a:rPr lang="en-US" dirty="0" err="1">
                <a:solidFill>
                  <a:srgbClr val="267F99"/>
                </a:solidFill>
                <a:latin typeface="Consolas"/>
                <a:ea typeface="Consolas"/>
                <a:cs typeface="Consolas"/>
              </a:rPr>
              <a:t>MyApp</a:t>
            </a:r>
            <a:r>
              <a:rPr lang="en-US" dirty="0">
                <a:solidFill>
                  <a:srgbClr val="3B3B3B"/>
                </a:solidFill>
                <a:latin typeface="Consolas"/>
                <a:ea typeface="Consolas"/>
                <a:cs typeface="Consolas"/>
              </a:rPr>
              <a:t>());</a:t>
            </a:r>
            <a:br>
              <a:rPr lang="en-US" dirty="0">
                <a:latin typeface="Consolas"/>
                <a:ea typeface="Consolas"/>
                <a:cs typeface="Consolas"/>
              </a:rPr>
            </a:br>
            <a:r>
              <a:rPr lang="en-US" dirty="0">
                <a:solidFill>
                  <a:srgbClr val="0000FF"/>
                </a:solidFill>
                <a:latin typeface="Consolas"/>
                <a:ea typeface="Consolas"/>
                <a:cs typeface="Consolas"/>
              </a:rPr>
              <a:t>class</a:t>
            </a:r>
            <a:r>
              <a:rPr lang="en-US" dirty="0">
                <a:solidFill>
                  <a:srgbClr val="3B3B3B"/>
                </a:solidFill>
                <a:latin typeface="Consolas"/>
                <a:ea typeface="Consolas"/>
                <a:cs typeface="Consolas"/>
              </a:rPr>
              <a:t> </a:t>
            </a:r>
            <a:r>
              <a:rPr lang="en-US" dirty="0" err="1">
                <a:solidFill>
                  <a:srgbClr val="267F99"/>
                </a:solidFill>
                <a:latin typeface="Consolas"/>
                <a:ea typeface="Consolas"/>
                <a:cs typeface="Consolas"/>
              </a:rPr>
              <a:t>MyApp</a:t>
            </a:r>
            <a:r>
              <a:rPr lang="en-US" dirty="0">
                <a:solidFill>
                  <a:srgbClr val="3B3B3B"/>
                </a:solidFill>
                <a:latin typeface="Consolas"/>
                <a:ea typeface="Consolas"/>
                <a:cs typeface="Consolas"/>
              </a:rPr>
              <a:t> </a:t>
            </a:r>
            <a:r>
              <a:rPr lang="en-US" dirty="0">
                <a:solidFill>
                  <a:srgbClr val="0000FF"/>
                </a:solidFill>
                <a:latin typeface="Consolas"/>
                <a:ea typeface="Consolas"/>
                <a:cs typeface="Consolas"/>
              </a:rPr>
              <a:t>extends</a:t>
            </a:r>
            <a:r>
              <a:rPr lang="en-US" dirty="0">
                <a:solidFill>
                  <a:srgbClr val="3B3B3B"/>
                </a:solidFill>
                <a:latin typeface="Consolas"/>
                <a:ea typeface="Consolas"/>
                <a:cs typeface="Consolas"/>
              </a:rPr>
              <a:t> </a:t>
            </a:r>
            <a:r>
              <a:rPr lang="en-US" dirty="0" err="1">
                <a:solidFill>
                  <a:srgbClr val="267F99"/>
                </a:solidFill>
                <a:latin typeface="Consolas"/>
                <a:ea typeface="Consolas"/>
                <a:cs typeface="Consolas"/>
              </a:rPr>
              <a:t>StatelessWidget</a:t>
            </a:r>
            <a:r>
              <a:rPr lang="en-US" dirty="0">
                <a:solidFill>
                  <a:srgbClr val="3B3B3B"/>
                </a:solidFill>
                <a:latin typeface="Consolas"/>
                <a:ea typeface="Consolas"/>
                <a:cs typeface="Consolas"/>
              </a:rPr>
              <a:t> {</a:t>
            </a:r>
            <a:endParaRPr lang="en-US"/>
          </a:p>
          <a:p>
            <a:r>
              <a:rPr lang="en-US" dirty="0">
                <a:solidFill>
                  <a:srgbClr val="3B3B3B"/>
                </a:solidFill>
                <a:latin typeface="Consolas"/>
                <a:ea typeface="Consolas"/>
                <a:cs typeface="Consolas"/>
              </a:rPr>
              <a:t>  </a:t>
            </a:r>
            <a:r>
              <a:rPr lang="en-US" dirty="0">
                <a:solidFill>
                  <a:srgbClr val="001080"/>
                </a:solidFill>
                <a:latin typeface="Consolas"/>
                <a:ea typeface="Consolas"/>
                <a:cs typeface="Consolas"/>
              </a:rPr>
              <a:t>@override</a:t>
            </a:r>
          </a:p>
          <a:p>
            <a:r>
              <a:rPr lang="en-US" dirty="0">
                <a:solidFill>
                  <a:srgbClr val="3B3B3B"/>
                </a:solidFill>
                <a:latin typeface="Consolas"/>
                <a:ea typeface="Consolas"/>
                <a:cs typeface="Consolas"/>
              </a:rPr>
              <a:t>  </a:t>
            </a:r>
            <a:r>
              <a:rPr lang="en-US" dirty="0">
                <a:solidFill>
                  <a:srgbClr val="267F99"/>
                </a:solidFill>
                <a:latin typeface="Consolas"/>
                <a:ea typeface="Consolas"/>
                <a:cs typeface="Consolas"/>
              </a:rPr>
              <a:t>Widget</a:t>
            </a:r>
            <a:r>
              <a:rPr lang="en-US" dirty="0">
                <a:solidFill>
                  <a:srgbClr val="3B3B3B"/>
                </a:solidFill>
                <a:latin typeface="Consolas"/>
                <a:ea typeface="Consolas"/>
                <a:cs typeface="Consolas"/>
              </a:rPr>
              <a:t> </a:t>
            </a:r>
            <a:r>
              <a:rPr lang="en-US" dirty="0">
                <a:solidFill>
                  <a:srgbClr val="795E26"/>
                </a:solidFill>
                <a:latin typeface="Consolas"/>
                <a:ea typeface="Consolas"/>
                <a:cs typeface="Consolas"/>
              </a:rPr>
              <a:t>build</a:t>
            </a:r>
            <a:r>
              <a:rPr lang="en-US" dirty="0">
                <a:solidFill>
                  <a:srgbClr val="3B3B3B"/>
                </a:solidFill>
                <a:latin typeface="Consolas"/>
                <a:ea typeface="Consolas"/>
                <a:cs typeface="Consolas"/>
              </a:rPr>
              <a:t>(</a:t>
            </a:r>
            <a:r>
              <a:rPr lang="en-US" dirty="0" err="1">
                <a:solidFill>
                  <a:srgbClr val="267F99"/>
                </a:solidFill>
                <a:latin typeface="Consolas"/>
                <a:ea typeface="Consolas"/>
                <a:cs typeface="Consolas"/>
              </a:rPr>
              <a:t>BuildContext</a:t>
            </a:r>
            <a:r>
              <a:rPr lang="en-US" dirty="0">
                <a:solidFill>
                  <a:srgbClr val="3B3B3B"/>
                </a:solidFill>
                <a:latin typeface="Consolas"/>
                <a:ea typeface="Consolas"/>
                <a:cs typeface="Consolas"/>
              </a:rPr>
              <a:t> </a:t>
            </a:r>
            <a:r>
              <a:rPr lang="en-US" dirty="0">
                <a:solidFill>
                  <a:srgbClr val="001080"/>
                </a:solidFill>
                <a:latin typeface="Consolas"/>
                <a:ea typeface="Consolas"/>
                <a:cs typeface="Consolas"/>
              </a:rPr>
              <a:t>context</a:t>
            </a:r>
            <a:r>
              <a:rPr lang="en-US" dirty="0">
                <a:solidFill>
                  <a:srgbClr val="3B3B3B"/>
                </a:solidFill>
                <a:latin typeface="Consolas"/>
                <a:ea typeface="Consolas"/>
                <a:cs typeface="Consolas"/>
              </a:rPr>
              <a:t>) {</a:t>
            </a:r>
          </a:p>
          <a:p>
            <a:r>
              <a:rPr lang="en-US" dirty="0">
                <a:solidFill>
                  <a:srgbClr val="3B3B3B"/>
                </a:solidFill>
                <a:latin typeface="Consolas"/>
                <a:ea typeface="Consolas"/>
                <a:cs typeface="Consolas"/>
              </a:rPr>
              <a:t>    </a:t>
            </a:r>
            <a:r>
              <a:rPr lang="en-US" dirty="0">
                <a:solidFill>
                  <a:srgbClr val="AF00DB"/>
                </a:solidFill>
                <a:latin typeface="Consolas"/>
                <a:ea typeface="Consolas"/>
                <a:cs typeface="Consolas"/>
              </a:rPr>
              <a:t>return</a:t>
            </a:r>
            <a:r>
              <a:rPr lang="en-US" dirty="0">
                <a:solidFill>
                  <a:srgbClr val="3B3B3B"/>
                </a:solidFill>
                <a:latin typeface="Consolas"/>
                <a:ea typeface="Consolas"/>
                <a:cs typeface="Consolas"/>
              </a:rPr>
              <a:t> </a:t>
            </a:r>
            <a:r>
              <a:rPr lang="en-US" dirty="0" err="1">
                <a:solidFill>
                  <a:srgbClr val="267F99"/>
                </a:solidFill>
                <a:latin typeface="Consolas"/>
                <a:ea typeface="Consolas"/>
                <a:cs typeface="Consolas"/>
              </a:rPr>
              <a:t>CounterProvider</a:t>
            </a:r>
            <a:r>
              <a:rPr lang="en-US" dirty="0">
                <a:solidFill>
                  <a:srgbClr val="3B3B3B"/>
                </a:solidFill>
                <a:latin typeface="Consolas"/>
                <a:ea typeface="Consolas"/>
                <a:cs typeface="Consolas"/>
              </a:rPr>
              <a:t>(</a:t>
            </a:r>
          </a:p>
          <a:p>
            <a:r>
              <a:rPr lang="en-US" dirty="0">
                <a:solidFill>
                  <a:srgbClr val="3B3B3B"/>
                </a:solidFill>
                <a:latin typeface="Consolas"/>
                <a:ea typeface="Consolas"/>
                <a:cs typeface="Consolas"/>
              </a:rPr>
              <a:t>      </a:t>
            </a:r>
            <a:r>
              <a:rPr lang="en-US" dirty="0">
                <a:solidFill>
                  <a:srgbClr val="001080"/>
                </a:solidFill>
                <a:latin typeface="Consolas"/>
                <a:ea typeface="Consolas"/>
                <a:cs typeface="Consolas"/>
              </a:rPr>
              <a:t>counter</a:t>
            </a:r>
            <a:r>
              <a:rPr lang="en-US" dirty="0">
                <a:solidFill>
                  <a:srgbClr val="000000"/>
                </a:solidFill>
                <a:latin typeface="Consolas"/>
                <a:ea typeface="Consolas"/>
                <a:cs typeface="Consolas"/>
              </a:rPr>
              <a:t>:</a:t>
            </a:r>
            <a:r>
              <a:rPr lang="en-US" dirty="0">
                <a:solidFill>
                  <a:srgbClr val="3B3B3B"/>
                </a:solidFill>
                <a:latin typeface="Consolas"/>
                <a:ea typeface="Consolas"/>
                <a:cs typeface="Consolas"/>
              </a:rPr>
              <a:t> </a:t>
            </a:r>
            <a:r>
              <a:rPr lang="en-US" dirty="0" err="1">
                <a:solidFill>
                  <a:srgbClr val="267F99"/>
                </a:solidFill>
                <a:latin typeface="Consolas"/>
                <a:ea typeface="Consolas"/>
                <a:cs typeface="Consolas"/>
              </a:rPr>
              <a:t>CounterModel</a:t>
            </a:r>
            <a:r>
              <a:rPr lang="en-US" dirty="0">
                <a:solidFill>
                  <a:srgbClr val="3B3B3B"/>
                </a:solidFill>
                <a:latin typeface="Consolas"/>
                <a:ea typeface="Consolas"/>
                <a:cs typeface="Consolas"/>
              </a:rPr>
              <a:t>(),</a:t>
            </a:r>
          </a:p>
          <a:p>
            <a:r>
              <a:rPr lang="en-US" dirty="0">
                <a:solidFill>
                  <a:srgbClr val="3B3B3B"/>
                </a:solidFill>
                <a:latin typeface="Consolas"/>
                <a:ea typeface="Consolas"/>
                <a:cs typeface="Consolas"/>
              </a:rPr>
              <a:t>      </a:t>
            </a:r>
            <a:r>
              <a:rPr lang="en-US" dirty="0">
                <a:solidFill>
                  <a:srgbClr val="001080"/>
                </a:solidFill>
                <a:latin typeface="Consolas"/>
                <a:ea typeface="Consolas"/>
                <a:cs typeface="Consolas"/>
              </a:rPr>
              <a:t>child</a:t>
            </a:r>
            <a:r>
              <a:rPr lang="en-US" dirty="0">
                <a:solidFill>
                  <a:srgbClr val="000000"/>
                </a:solidFill>
                <a:latin typeface="Consolas"/>
                <a:ea typeface="Consolas"/>
                <a:cs typeface="Consolas"/>
              </a:rPr>
              <a:t>:</a:t>
            </a:r>
            <a:r>
              <a:rPr lang="en-US" dirty="0">
                <a:solidFill>
                  <a:srgbClr val="3B3B3B"/>
                </a:solidFill>
                <a:latin typeface="Consolas"/>
                <a:ea typeface="Consolas"/>
                <a:cs typeface="Consolas"/>
              </a:rPr>
              <a:t> </a:t>
            </a:r>
            <a:r>
              <a:rPr lang="en-US" dirty="0">
                <a:solidFill>
                  <a:srgbClr val="0000FF"/>
                </a:solidFill>
                <a:latin typeface="Consolas"/>
                <a:ea typeface="Consolas"/>
                <a:cs typeface="Consolas"/>
              </a:rPr>
              <a:t>const</a:t>
            </a:r>
            <a:r>
              <a:rPr lang="en-US" dirty="0">
                <a:solidFill>
                  <a:srgbClr val="3B3B3B"/>
                </a:solidFill>
                <a:latin typeface="Consolas"/>
                <a:ea typeface="Consolas"/>
                <a:cs typeface="Consolas"/>
              </a:rPr>
              <a:t> </a:t>
            </a:r>
            <a:r>
              <a:rPr lang="en-US" dirty="0" err="1">
                <a:solidFill>
                  <a:srgbClr val="267F99"/>
                </a:solidFill>
                <a:latin typeface="Consolas"/>
                <a:ea typeface="Consolas"/>
                <a:cs typeface="Consolas"/>
              </a:rPr>
              <a:t>MaterialApp</a:t>
            </a:r>
            <a:r>
              <a:rPr lang="en-US" dirty="0">
                <a:solidFill>
                  <a:srgbClr val="3B3B3B"/>
                </a:solidFill>
                <a:latin typeface="Consolas"/>
                <a:ea typeface="Consolas"/>
                <a:cs typeface="Consolas"/>
              </a:rPr>
              <a:t>(</a:t>
            </a:r>
          </a:p>
          <a:p>
            <a:r>
              <a:rPr lang="en-US" dirty="0">
                <a:solidFill>
                  <a:srgbClr val="3B3B3B"/>
                </a:solidFill>
                <a:latin typeface="Consolas"/>
                <a:ea typeface="Consolas"/>
                <a:cs typeface="Consolas"/>
              </a:rPr>
              <a:t>        </a:t>
            </a:r>
            <a:r>
              <a:rPr lang="en-US" dirty="0">
                <a:solidFill>
                  <a:srgbClr val="001080"/>
                </a:solidFill>
                <a:latin typeface="Consolas"/>
                <a:ea typeface="Consolas"/>
                <a:cs typeface="Consolas"/>
              </a:rPr>
              <a:t>home</a:t>
            </a:r>
            <a:r>
              <a:rPr lang="en-US" dirty="0">
                <a:solidFill>
                  <a:srgbClr val="000000"/>
                </a:solidFill>
                <a:latin typeface="Consolas"/>
                <a:ea typeface="Consolas"/>
                <a:cs typeface="Consolas"/>
              </a:rPr>
              <a:t>:</a:t>
            </a:r>
            <a:r>
              <a:rPr lang="en-US" dirty="0">
                <a:solidFill>
                  <a:srgbClr val="3B3B3B"/>
                </a:solidFill>
                <a:latin typeface="Consolas"/>
                <a:ea typeface="Consolas"/>
                <a:cs typeface="Consolas"/>
              </a:rPr>
              <a:t> </a:t>
            </a:r>
            <a:r>
              <a:rPr lang="en-US" dirty="0" err="1">
                <a:solidFill>
                  <a:srgbClr val="267F99"/>
                </a:solidFill>
                <a:latin typeface="Consolas"/>
                <a:ea typeface="Consolas"/>
                <a:cs typeface="Consolas"/>
              </a:rPr>
              <a:t>CounterScreen</a:t>
            </a:r>
            <a:r>
              <a:rPr lang="en-US" dirty="0">
                <a:solidFill>
                  <a:srgbClr val="3B3B3B"/>
                </a:solidFill>
                <a:latin typeface="Consolas"/>
                <a:ea typeface="Consolas"/>
                <a:cs typeface="Consolas"/>
              </a:rPr>
              <a:t>(),</a:t>
            </a:r>
          </a:p>
          <a:p>
            <a:r>
              <a:rPr lang="en-US" dirty="0">
                <a:solidFill>
                  <a:srgbClr val="3B3B3B"/>
                </a:solidFill>
                <a:latin typeface="Consolas"/>
                <a:ea typeface="Consolas"/>
                <a:cs typeface="Consolas"/>
              </a:rPr>
              <a:t>      ),</a:t>
            </a:r>
          </a:p>
          <a:p>
            <a:r>
              <a:rPr lang="en-US" dirty="0">
                <a:solidFill>
                  <a:srgbClr val="3B3B3B"/>
                </a:solidFill>
                <a:latin typeface="Consolas"/>
                <a:ea typeface="Consolas"/>
                <a:cs typeface="Consolas"/>
              </a:rPr>
              <a:t>    );</a:t>
            </a:r>
          </a:p>
          <a:p>
            <a:r>
              <a:rPr lang="en-US" dirty="0">
                <a:solidFill>
                  <a:srgbClr val="3B3B3B"/>
                </a:solidFill>
                <a:latin typeface="Consolas"/>
                <a:ea typeface="Consolas"/>
                <a:cs typeface="Consolas"/>
              </a:rPr>
              <a:t>  }</a:t>
            </a:r>
          </a:p>
          <a:p>
            <a:r>
              <a:rPr lang="en-US" dirty="0">
                <a:solidFill>
                  <a:srgbClr val="3B3B3B"/>
                </a:solidFill>
                <a:latin typeface="Consolas"/>
                <a:ea typeface="Consolas"/>
                <a:cs typeface="Consolas"/>
              </a:rPr>
              <a:t>}</a:t>
            </a:r>
            <a:br>
              <a:rPr lang="en-US" dirty="0">
                <a:latin typeface="Consolas"/>
                <a:ea typeface="Consolas"/>
                <a:cs typeface="Consolas"/>
              </a:rPr>
            </a:br>
            <a:r>
              <a:rPr lang="en-US" dirty="0">
                <a:solidFill>
                  <a:srgbClr val="008000"/>
                </a:solidFill>
                <a:latin typeface="Consolas"/>
                <a:ea typeface="Consolas"/>
                <a:cs typeface="Consolas"/>
              </a:rPr>
              <a:t>// 1️⃣ </a:t>
            </a:r>
            <a:r>
              <a:rPr lang="en-US" dirty="0" err="1">
                <a:solidFill>
                  <a:srgbClr val="008000"/>
                </a:solidFill>
                <a:latin typeface="Consolas"/>
                <a:ea typeface="Consolas"/>
                <a:cs typeface="Consolas"/>
              </a:rPr>
              <a:t>Tạo</a:t>
            </a:r>
            <a:r>
              <a:rPr lang="en-US" dirty="0">
                <a:solidFill>
                  <a:srgbClr val="008000"/>
                </a:solidFill>
                <a:latin typeface="Consolas"/>
                <a:ea typeface="Consolas"/>
                <a:cs typeface="Consolas"/>
              </a:rPr>
              <a:t> </a:t>
            </a:r>
            <a:r>
              <a:rPr lang="en-US" dirty="0" err="1">
                <a:solidFill>
                  <a:srgbClr val="008000"/>
                </a:solidFill>
                <a:latin typeface="Consolas"/>
                <a:ea typeface="Consolas"/>
                <a:cs typeface="Consolas"/>
              </a:rPr>
              <a:t>lớp</a:t>
            </a:r>
            <a:r>
              <a:rPr lang="en-US" dirty="0">
                <a:solidFill>
                  <a:srgbClr val="008000"/>
                </a:solidFill>
                <a:latin typeface="Consolas"/>
                <a:ea typeface="Consolas"/>
                <a:cs typeface="Consolas"/>
              </a:rPr>
              <a:t> model</a:t>
            </a:r>
          </a:p>
          <a:p>
            <a:r>
              <a:rPr lang="en-US" dirty="0">
                <a:solidFill>
                  <a:srgbClr val="0000FF"/>
                </a:solidFill>
                <a:latin typeface="Consolas"/>
                <a:ea typeface="Consolas"/>
                <a:cs typeface="Consolas"/>
              </a:rPr>
              <a:t>class</a:t>
            </a:r>
            <a:r>
              <a:rPr lang="en-US" dirty="0">
                <a:solidFill>
                  <a:srgbClr val="3B3B3B"/>
                </a:solidFill>
                <a:latin typeface="Consolas"/>
                <a:ea typeface="Consolas"/>
                <a:cs typeface="Consolas"/>
              </a:rPr>
              <a:t> </a:t>
            </a:r>
            <a:r>
              <a:rPr lang="en-US" dirty="0" err="1">
                <a:solidFill>
                  <a:srgbClr val="267F99"/>
                </a:solidFill>
                <a:latin typeface="Consolas"/>
                <a:ea typeface="Consolas"/>
                <a:cs typeface="Consolas"/>
              </a:rPr>
              <a:t>CounterModel</a:t>
            </a:r>
            <a:r>
              <a:rPr lang="en-US" dirty="0">
                <a:solidFill>
                  <a:srgbClr val="3B3B3B"/>
                </a:solidFill>
                <a:latin typeface="Consolas"/>
                <a:ea typeface="Consolas"/>
                <a:cs typeface="Consolas"/>
              </a:rPr>
              <a:t> {</a:t>
            </a:r>
          </a:p>
          <a:p>
            <a:r>
              <a:rPr lang="en-US" dirty="0">
                <a:solidFill>
                  <a:srgbClr val="3B3B3B"/>
                </a:solidFill>
                <a:latin typeface="Consolas"/>
                <a:ea typeface="Consolas"/>
                <a:cs typeface="Consolas"/>
              </a:rPr>
              <a:t>  </a:t>
            </a:r>
            <a:r>
              <a:rPr lang="en-US" dirty="0">
                <a:solidFill>
                  <a:srgbClr val="267F99"/>
                </a:solidFill>
                <a:latin typeface="Consolas"/>
                <a:ea typeface="Consolas"/>
                <a:cs typeface="Consolas"/>
              </a:rPr>
              <a:t>int</a:t>
            </a:r>
            <a:r>
              <a:rPr lang="en-US" dirty="0">
                <a:solidFill>
                  <a:srgbClr val="3B3B3B"/>
                </a:solidFill>
                <a:latin typeface="Consolas"/>
                <a:ea typeface="Consolas"/>
                <a:cs typeface="Consolas"/>
              </a:rPr>
              <a:t> </a:t>
            </a:r>
            <a:r>
              <a:rPr lang="en-US" dirty="0">
                <a:solidFill>
                  <a:srgbClr val="001080"/>
                </a:solidFill>
                <a:latin typeface="Consolas"/>
                <a:ea typeface="Consolas"/>
                <a:cs typeface="Consolas"/>
              </a:rPr>
              <a:t>value</a:t>
            </a:r>
            <a:r>
              <a:rPr lang="en-US" dirty="0">
                <a:solidFill>
                  <a:srgbClr val="3B3B3B"/>
                </a:solidFill>
                <a:latin typeface="Consolas"/>
                <a:ea typeface="Consolas"/>
                <a:cs typeface="Consolas"/>
              </a:rPr>
              <a:t> </a:t>
            </a:r>
            <a:r>
              <a:rPr lang="en-US" dirty="0">
                <a:solidFill>
                  <a:srgbClr val="000000"/>
                </a:solidFill>
                <a:latin typeface="Consolas"/>
                <a:ea typeface="Consolas"/>
                <a:cs typeface="Consolas"/>
              </a:rPr>
              <a:t>=</a:t>
            </a:r>
            <a:r>
              <a:rPr lang="en-US" dirty="0">
                <a:solidFill>
                  <a:srgbClr val="3B3B3B"/>
                </a:solidFill>
                <a:latin typeface="Consolas"/>
                <a:ea typeface="Consolas"/>
                <a:cs typeface="Consolas"/>
              </a:rPr>
              <a:t> </a:t>
            </a:r>
            <a:r>
              <a:rPr lang="en-US" dirty="0">
                <a:solidFill>
                  <a:srgbClr val="098658"/>
                </a:solidFill>
                <a:latin typeface="Consolas"/>
                <a:ea typeface="Consolas"/>
                <a:cs typeface="Consolas"/>
              </a:rPr>
              <a:t>0</a:t>
            </a:r>
            <a:r>
              <a:rPr lang="en-US" dirty="0">
                <a:solidFill>
                  <a:srgbClr val="3B3B3B"/>
                </a:solidFill>
                <a:latin typeface="Consolas"/>
                <a:ea typeface="Consolas"/>
                <a:cs typeface="Consolas"/>
              </a:rPr>
              <a:t>;</a:t>
            </a:r>
          </a:p>
          <a:p>
            <a:r>
              <a:rPr lang="en-US" dirty="0">
                <a:solidFill>
                  <a:srgbClr val="3B3B3B"/>
                </a:solidFill>
                <a:latin typeface="Consolas"/>
                <a:ea typeface="Consolas"/>
                <a:cs typeface="Consolas"/>
              </a:rPr>
              <a:t>  </a:t>
            </a:r>
            <a:r>
              <a:rPr lang="en-US" dirty="0">
                <a:solidFill>
                  <a:srgbClr val="0000FF"/>
                </a:solidFill>
                <a:latin typeface="Consolas"/>
                <a:ea typeface="Consolas"/>
                <a:cs typeface="Consolas"/>
              </a:rPr>
              <a:t>void</a:t>
            </a:r>
            <a:r>
              <a:rPr lang="en-US" dirty="0">
                <a:solidFill>
                  <a:srgbClr val="3B3B3B"/>
                </a:solidFill>
                <a:latin typeface="Consolas"/>
                <a:ea typeface="Consolas"/>
                <a:cs typeface="Consolas"/>
              </a:rPr>
              <a:t> </a:t>
            </a:r>
            <a:r>
              <a:rPr lang="en-US" dirty="0">
                <a:solidFill>
                  <a:srgbClr val="795E26"/>
                </a:solidFill>
                <a:latin typeface="Consolas"/>
                <a:ea typeface="Consolas"/>
                <a:cs typeface="Consolas"/>
              </a:rPr>
              <a:t>increment</a:t>
            </a:r>
            <a:r>
              <a:rPr lang="en-US" dirty="0">
                <a:solidFill>
                  <a:srgbClr val="3B3B3B"/>
                </a:solidFill>
                <a:latin typeface="Consolas"/>
                <a:ea typeface="Consolas"/>
                <a:cs typeface="Consolas"/>
              </a:rPr>
              <a:t>() </a:t>
            </a:r>
            <a:r>
              <a:rPr lang="en-US" dirty="0">
                <a:solidFill>
                  <a:srgbClr val="000000"/>
                </a:solidFill>
                <a:latin typeface="Consolas"/>
                <a:ea typeface="Consolas"/>
                <a:cs typeface="Consolas"/>
              </a:rPr>
              <a:t>=&gt;</a:t>
            </a:r>
            <a:r>
              <a:rPr lang="en-US" dirty="0">
                <a:solidFill>
                  <a:srgbClr val="3B3B3B"/>
                </a:solidFill>
                <a:latin typeface="Consolas"/>
                <a:ea typeface="Consolas"/>
                <a:cs typeface="Consolas"/>
              </a:rPr>
              <a:t> </a:t>
            </a:r>
            <a:r>
              <a:rPr lang="en-US" dirty="0">
                <a:solidFill>
                  <a:srgbClr val="001080"/>
                </a:solidFill>
                <a:latin typeface="Consolas"/>
                <a:ea typeface="Consolas"/>
                <a:cs typeface="Consolas"/>
              </a:rPr>
              <a:t>value</a:t>
            </a:r>
            <a:r>
              <a:rPr lang="en-US" dirty="0">
                <a:solidFill>
                  <a:srgbClr val="000000"/>
                </a:solidFill>
                <a:latin typeface="Consolas"/>
                <a:ea typeface="Consolas"/>
                <a:cs typeface="Consolas"/>
              </a:rPr>
              <a:t>++</a:t>
            </a:r>
            <a:r>
              <a:rPr lang="en-US" dirty="0">
                <a:solidFill>
                  <a:srgbClr val="3B3B3B"/>
                </a:solidFill>
                <a:latin typeface="Consolas"/>
                <a:ea typeface="Consolas"/>
                <a:cs typeface="Consolas"/>
              </a:rPr>
              <a:t>;</a:t>
            </a:r>
          </a:p>
          <a:p>
            <a:r>
              <a:rPr lang="en-US" dirty="0">
                <a:solidFill>
                  <a:srgbClr val="3B3B3B"/>
                </a:solidFill>
                <a:latin typeface="Consolas"/>
                <a:ea typeface="Consolas"/>
                <a:cs typeface="Consolas"/>
              </a:rPr>
              <a:t>}</a:t>
            </a:r>
            <a:br>
              <a:rPr lang="en-US" dirty="0">
                <a:latin typeface="Consolas"/>
                <a:ea typeface="Consolas"/>
                <a:cs typeface="Consolas"/>
              </a:rPr>
            </a:br>
            <a:endParaRPr lang="en-US">
              <a:solidFill>
                <a:srgbClr val="008000"/>
              </a:solidFill>
              <a:latin typeface="Consolas"/>
              <a:ea typeface="Consolas"/>
              <a:cs typeface="Consolas"/>
            </a:endParaRPr>
          </a:p>
        </p:txBody>
      </p:sp>
      <p:sp>
        <p:nvSpPr>
          <p:cNvPr id="3" name="TextBox 2">
            <a:extLst>
              <a:ext uri="{FF2B5EF4-FFF2-40B4-BE49-F238E27FC236}">
                <a16:creationId xmlns:a16="http://schemas.microsoft.com/office/drawing/2014/main" id="{ED16BFE6-4093-181B-D2F1-90267DABF781}"/>
              </a:ext>
            </a:extLst>
          </p:cNvPr>
          <p:cNvSpPr txBox="1"/>
          <p:nvPr/>
        </p:nvSpPr>
        <p:spPr>
          <a:xfrm>
            <a:off x="5751576" y="1475623"/>
            <a:ext cx="6204324"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8000"/>
                </a:solidFill>
                <a:latin typeface="Consolas"/>
              </a:rPr>
              <a:t>// 2️⃣ </a:t>
            </a:r>
            <a:r>
              <a:rPr lang="en-US" dirty="0" err="1">
                <a:solidFill>
                  <a:srgbClr val="008000"/>
                </a:solidFill>
                <a:latin typeface="Consolas"/>
              </a:rPr>
              <a:t>Tạo</a:t>
            </a:r>
            <a:r>
              <a:rPr lang="en-US" dirty="0">
                <a:solidFill>
                  <a:srgbClr val="008000"/>
                </a:solidFill>
                <a:latin typeface="Consolas"/>
              </a:rPr>
              <a:t> </a:t>
            </a:r>
            <a:r>
              <a:rPr lang="en-US" dirty="0" err="1">
                <a:solidFill>
                  <a:srgbClr val="008000"/>
                </a:solidFill>
                <a:latin typeface="Consolas"/>
              </a:rPr>
              <a:t>InheritedWidget</a:t>
            </a:r>
            <a:endParaRPr lang="en-US" dirty="0" err="1">
              <a:latin typeface="Consolas"/>
            </a:endParaRPr>
          </a:p>
          <a:p>
            <a:r>
              <a:rPr lang="en-US" dirty="0">
                <a:solidFill>
                  <a:srgbClr val="0000FF"/>
                </a:solidFill>
                <a:latin typeface="Consolas"/>
              </a:rPr>
              <a:t>class</a:t>
            </a:r>
            <a:r>
              <a:rPr lang="en-US" dirty="0">
                <a:solidFill>
                  <a:srgbClr val="3B3B3B"/>
                </a:solidFill>
                <a:latin typeface="Consolas"/>
              </a:rPr>
              <a:t> </a:t>
            </a:r>
            <a:r>
              <a:rPr lang="en-US" dirty="0" err="1">
                <a:solidFill>
                  <a:srgbClr val="267F99"/>
                </a:solidFill>
                <a:latin typeface="Consolas"/>
              </a:rPr>
              <a:t>CounterProvider</a:t>
            </a:r>
            <a:r>
              <a:rPr lang="en-US" dirty="0">
                <a:solidFill>
                  <a:srgbClr val="3B3B3B"/>
                </a:solidFill>
                <a:latin typeface="Consolas"/>
              </a:rPr>
              <a:t> </a:t>
            </a:r>
            <a:r>
              <a:rPr lang="en-US" dirty="0">
                <a:solidFill>
                  <a:srgbClr val="0000FF"/>
                </a:solidFill>
                <a:latin typeface="Consolas"/>
              </a:rPr>
              <a:t>extends</a:t>
            </a:r>
            <a:r>
              <a:rPr lang="en-US" dirty="0">
                <a:solidFill>
                  <a:srgbClr val="3B3B3B"/>
                </a:solidFill>
                <a:latin typeface="Consolas"/>
              </a:rPr>
              <a:t> </a:t>
            </a:r>
            <a:r>
              <a:rPr lang="en-US" dirty="0" err="1">
                <a:solidFill>
                  <a:srgbClr val="267F99"/>
                </a:solidFill>
                <a:latin typeface="Consolas"/>
              </a:rPr>
              <a:t>InheritedWidget</a:t>
            </a:r>
            <a:r>
              <a:rPr lang="en-US" dirty="0">
                <a:solidFill>
                  <a:srgbClr val="3B3B3B"/>
                </a:solidFill>
                <a:latin typeface="Consolas"/>
              </a:rPr>
              <a:t> {</a:t>
            </a:r>
            <a:endParaRPr lang="en-US" dirty="0">
              <a:latin typeface="Consolas"/>
            </a:endParaRPr>
          </a:p>
          <a:p>
            <a:r>
              <a:rPr lang="en-US" dirty="0">
                <a:solidFill>
                  <a:srgbClr val="3B3B3B"/>
                </a:solidFill>
                <a:latin typeface="Consolas"/>
              </a:rPr>
              <a:t>  </a:t>
            </a:r>
            <a:r>
              <a:rPr lang="en-US" dirty="0">
                <a:solidFill>
                  <a:srgbClr val="0000FF"/>
                </a:solidFill>
                <a:latin typeface="Consolas"/>
              </a:rPr>
              <a:t>final</a:t>
            </a:r>
            <a:r>
              <a:rPr lang="en-US" dirty="0">
                <a:solidFill>
                  <a:srgbClr val="3B3B3B"/>
                </a:solidFill>
                <a:latin typeface="Consolas"/>
              </a:rPr>
              <a:t> </a:t>
            </a:r>
            <a:r>
              <a:rPr lang="en-US" dirty="0" err="1">
                <a:solidFill>
                  <a:srgbClr val="267F99"/>
                </a:solidFill>
                <a:latin typeface="Consolas"/>
              </a:rPr>
              <a:t>CounterModel</a:t>
            </a:r>
            <a:r>
              <a:rPr lang="en-US" dirty="0">
                <a:solidFill>
                  <a:srgbClr val="3B3B3B"/>
                </a:solidFill>
                <a:latin typeface="Consolas"/>
              </a:rPr>
              <a:t> </a:t>
            </a:r>
            <a:r>
              <a:rPr lang="en-US" dirty="0">
                <a:solidFill>
                  <a:srgbClr val="001080"/>
                </a:solidFill>
                <a:latin typeface="Consolas"/>
              </a:rPr>
              <a:t>counter</a:t>
            </a:r>
            <a:r>
              <a:rPr lang="en-US" dirty="0">
                <a:solidFill>
                  <a:srgbClr val="3B3B3B"/>
                </a:solidFill>
                <a:latin typeface="Consolas"/>
              </a:rPr>
              <a:t>;</a:t>
            </a:r>
            <a:br>
              <a:rPr lang="en-US" dirty="0">
                <a:solidFill>
                  <a:srgbClr val="3B3B3B"/>
                </a:solidFill>
                <a:latin typeface="Consolas"/>
              </a:rPr>
            </a:br>
            <a:r>
              <a:rPr lang="en-US" dirty="0">
                <a:solidFill>
                  <a:srgbClr val="3B3B3B"/>
                </a:solidFill>
                <a:latin typeface="Consolas"/>
              </a:rPr>
              <a:t>  </a:t>
            </a:r>
            <a:r>
              <a:rPr lang="en-US" dirty="0">
                <a:solidFill>
                  <a:srgbClr val="0000FF"/>
                </a:solidFill>
                <a:latin typeface="Consolas"/>
              </a:rPr>
              <a:t>const</a:t>
            </a:r>
            <a:r>
              <a:rPr lang="en-US" dirty="0">
                <a:solidFill>
                  <a:srgbClr val="3B3B3B"/>
                </a:solidFill>
                <a:latin typeface="Consolas"/>
              </a:rPr>
              <a:t> </a:t>
            </a:r>
            <a:r>
              <a:rPr lang="en-US" dirty="0" err="1">
                <a:solidFill>
                  <a:srgbClr val="267F99"/>
                </a:solidFill>
                <a:latin typeface="Consolas"/>
              </a:rPr>
              <a:t>CounterProvider</a:t>
            </a:r>
            <a:r>
              <a:rPr lang="en-US" dirty="0">
                <a:solidFill>
                  <a:srgbClr val="3B3B3B"/>
                </a:solidFill>
                <a:latin typeface="Consolas"/>
              </a:rPr>
              <a:t>({</a:t>
            </a:r>
            <a:endParaRPr lang="en-US" dirty="0">
              <a:latin typeface="Consolas"/>
            </a:endParaRPr>
          </a:p>
          <a:p>
            <a:r>
              <a:rPr lang="en-US" dirty="0">
                <a:solidFill>
                  <a:srgbClr val="3B3B3B"/>
                </a:solidFill>
                <a:latin typeface="Consolas"/>
              </a:rPr>
              <a:t>    </a:t>
            </a:r>
            <a:r>
              <a:rPr lang="en-US" dirty="0">
                <a:solidFill>
                  <a:srgbClr val="0000FF"/>
                </a:solidFill>
                <a:latin typeface="Consolas"/>
              </a:rPr>
              <a:t>required</a:t>
            </a:r>
            <a:r>
              <a:rPr lang="en-US" dirty="0">
                <a:solidFill>
                  <a:srgbClr val="3B3B3B"/>
                </a:solidFill>
                <a:latin typeface="Consolas"/>
              </a:rPr>
              <a:t> </a:t>
            </a:r>
            <a:r>
              <a:rPr lang="en-US" dirty="0" err="1">
                <a:solidFill>
                  <a:srgbClr val="0000FF"/>
                </a:solidFill>
                <a:latin typeface="Consolas"/>
              </a:rPr>
              <a:t>this</a:t>
            </a:r>
            <a:r>
              <a:rPr lang="en-US" dirty="0" err="1">
                <a:solidFill>
                  <a:srgbClr val="3B3B3B"/>
                </a:solidFill>
                <a:latin typeface="Consolas"/>
              </a:rPr>
              <a:t>.</a:t>
            </a:r>
            <a:r>
              <a:rPr lang="en-US" dirty="0" err="1">
                <a:solidFill>
                  <a:srgbClr val="001080"/>
                </a:solidFill>
                <a:latin typeface="Consolas"/>
              </a:rPr>
              <a:t>counter</a:t>
            </a:r>
            <a:r>
              <a:rPr lang="en-US" dirty="0">
                <a:solidFill>
                  <a:srgbClr val="3B3B3B"/>
                </a:solidFill>
                <a:latin typeface="Consolas"/>
              </a:rPr>
              <a:t>,</a:t>
            </a:r>
            <a:endParaRPr lang="en-US" dirty="0">
              <a:latin typeface="Consolas"/>
            </a:endParaRPr>
          </a:p>
          <a:p>
            <a:r>
              <a:rPr lang="en-US" dirty="0">
                <a:solidFill>
                  <a:srgbClr val="3B3B3B"/>
                </a:solidFill>
                <a:latin typeface="Consolas"/>
              </a:rPr>
              <a:t>    </a:t>
            </a:r>
            <a:r>
              <a:rPr lang="en-US" dirty="0">
                <a:solidFill>
                  <a:srgbClr val="0000FF"/>
                </a:solidFill>
                <a:latin typeface="Consolas"/>
              </a:rPr>
              <a:t>required</a:t>
            </a:r>
            <a:r>
              <a:rPr lang="en-US" dirty="0">
                <a:solidFill>
                  <a:srgbClr val="3B3B3B"/>
                </a:solidFill>
                <a:latin typeface="Consolas"/>
              </a:rPr>
              <a:t> </a:t>
            </a:r>
            <a:r>
              <a:rPr lang="en-US" dirty="0" err="1">
                <a:solidFill>
                  <a:srgbClr val="0000FF"/>
                </a:solidFill>
                <a:latin typeface="Consolas"/>
              </a:rPr>
              <a:t>super</a:t>
            </a:r>
            <a:r>
              <a:rPr lang="en-US" dirty="0" err="1">
                <a:solidFill>
                  <a:srgbClr val="3B3B3B"/>
                </a:solidFill>
                <a:latin typeface="Consolas"/>
              </a:rPr>
              <a:t>.</a:t>
            </a:r>
            <a:r>
              <a:rPr lang="en-US" dirty="0" err="1">
                <a:solidFill>
                  <a:srgbClr val="001080"/>
                </a:solidFill>
                <a:latin typeface="Consolas"/>
              </a:rPr>
              <a:t>child</a:t>
            </a:r>
            <a:r>
              <a:rPr lang="en-US" dirty="0">
                <a:solidFill>
                  <a:srgbClr val="3B3B3B"/>
                </a:solidFill>
                <a:latin typeface="Consolas"/>
              </a:rPr>
              <a:t>,</a:t>
            </a:r>
            <a:endParaRPr lang="en-US" dirty="0">
              <a:latin typeface="Consolas"/>
            </a:endParaRPr>
          </a:p>
          <a:p>
            <a:r>
              <a:rPr lang="en-US" dirty="0">
                <a:solidFill>
                  <a:srgbClr val="3B3B3B"/>
                </a:solidFill>
                <a:latin typeface="Consolas"/>
              </a:rPr>
              <a:t>    </a:t>
            </a:r>
            <a:r>
              <a:rPr lang="en-US" dirty="0" err="1">
                <a:solidFill>
                  <a:srgbClr val="0000FF"/>
                </a:solidFill>
                <a:latin typeface="Consolas"/>
              </a:rPr>
              <a:t>super</a:t>
            </a:r>
            <a:r>
              <a:rPr lang="en-US" dirty="0" err="1">
                <a:solidFill>
                  <a:srgbClr val="3B3B3B"/>
                </a:solidFill>
                <a:latin typeface="Consolas"/>
              </a:rPr>
              <a:t>.</a:t>
            </a:r>
            <a:r>
              <a:rPr lang="en-US" dirty="0" err="1">
                <a:solidFill>
                  <a:srgbClr val="001080"/>
                </a:solidFill>
                <a:latin typeface="Consolas"/>
              </a:rPr>
              <a:t>key</a:t>
            </a:r>
            <a:r>
              <a:rPr lang="en-US" dirty="0">
                <a:solidFill>
                  <a:srgbClr val="3B3B3B"/>
                </a:solidFill>
                <a:latin typeface="Consolas"/>
              </a:rPr>
              <a:t>,</a:t>
            </a:r>
            <a:endParaRPr lang="en-US">
              <a:latin typeface="Consolas"/>
            </a:endParaRPr>
          </a:p>
          <a:p>
            <a:r>
              <a:rPr lang="en-US" dirty="0">
                <a:solidFill>
                  <a:srgbClr val="3B3B3B"/>
                </a:solidFill>
                <a:latin typeface="Consolas"/>
              </a:rPr>
              <a:t>  });</a:t>
            </a:r>
            <a:endParaRPr lang="en-US" dirty="0">
              <a:latin typeface="Consolas"/>
            </a:endParaRPr>
          </a:p>
          <a:p>
            <a:br>
              <a:rPr lang="en-US" dirty="0">
                <a:latin typeface="Consolas"/>
              </a:rPr>
            </a:br>
            <a:r>
              <a:rPr lang="en-US" dirty="0">
                <a:solidFill>
                  <a:srgbClr val="3B3B3B"/>
                </a:solidFill>
                <a:latin typeface="Consolas"/>
              </a:rPr>
              <a:t>  </a:t>
            </a:r>
            <a:r>
              <a:rPr lang="en-US" dirty="0">
                <a:solidFill>
                  <a:srgbClr val="0000FF"/>
                </a:solidFill>
                <a:latin typeface="Consolas"/>
              </a:rPr>
              <a:t>static</a:t>
            </a:r>
            <a:r>
              <a:rPr lang="en-US" dirty="0">
                <a:solidFill>
                  <a:srgbClr val="3B3B3B"/>
                </a:solidFill>
                <a:latin typeface="Consolas"/>
              </a:rPr>
              <a:t> </a:t>
            </a:r>
            <a:r>
              <a:rPr lang="en-US" dirty="0" err="1">
                <a:solidFill>
                  <a:srgbClr val="267F99"/>
                </a:solidFill>
                <a:latin typeface="Consolas"/>
              </a:rPr>
              <a:t>CounterProvider</a:t>
            </a:r>
            <a:r>
              <a:rPr lang="en-US" dirty="0">
                <a:solidFill>
                  <a:srgbClr val="3B3B3B"/>
                </a:solidFill>
                <a:latin typeface="Consolas"/>
              </a:rPr>
              <a:t> </a:t>
            </a:r>
            <a:r>
              <a:rPr lang="en-US" dirty="0">
                <a:solidFill>
                  <a:srgbClr val="795E26"/>
                </a:solidFill>
                <a:latin typeface="Consolas"/>
              </a:rPr>
              <a:t>of</a:t>
            </a:r>
            <a:r>
              <a:rPr lang="en-US" dirty="0">
                <a:solidFill>
                  <a:srgbClr val="3B3B3B"/>
                </a:solidFill>
                <a:latin typeface="Consolas"/>
              </a:rPr>
              <a:t>(</a:t>
            </a:r>
            <a:r>
              <a:rPr lang="en-US" dirty="0" err="1">
                <a:solidFill>
                  <a:srgbClr val="267F99"/>
                </a:solidFill>
                <a:latin typeface="Consolas"/>
              </a:rPr>
              <a:t>BuildContext</a:t>
            </a:r>
            <a:r>
              <a:rPr lang="en-US" dirty="0">
                <a:solidFill>
                  <a:srgbClr val="3B3B3B"/>
                </a:solidFill>
                <a:latin typeface="Consolas"/>
              </a:rPr>
              <a:t> </a:t>
            </a:r>
            <a:r>
              <a:rPr lang="en-US" dirty="0">
                <a:solidFill>
                  <a:srgbClr val="001080"/>
                </a:solidFill>
                <a:latin typeface="Consolas"/>
              </a:rPr>
              <a:t>context</a:t>
            </a:r>
            <a:r>
              <a:rPr lang="en-US" dirty="0">
                <a:solidFill>
                  <a:srgbClr val="3B3B3B"/>
                </a:solidFill>
                <a:latin typeface="Consolas"/>
              </a:rPr>
              <a:t>) {</a:t>
            </a:r>
            <a:endParaRPr lang="en-US">
              <a:latin typeface="Consolas"/>
            </a:endParaRPr>
          </a:p>
          <a:p>
            <a:r>
              <a:rPr lang="en-US" dirty="0">
                <a:solidFill>
                  <a:srgbClr val="3B3B3B"/>
                </a:solidFill>
                <a:latin typeface="Consolas"/>
              </a:rPr>
              <a:t>    </a:t>
            </a:r>
            <a:r>
              <a:rPr lang="en-US" dirty="0">
                <a:solidFill>
                  <a:srgbClr val="008000"/>
                </a:solidFill>
                <a:latin typeface="Consolas"/>
              </a:rPr>
              <a:t>// </a:t>
            </a:r>
            <a:r>
              <a:rPr lang="en-US" dirty="0" err="1">
                <a:solidFill>
                  <a:srgbClr val="008000"/>
                </a:solidFill>
                <a:latin typeface="Consolas"/>
              </a:rPr>
              <a:t>dependOnInheritedWidgetOfExactType</a:t>
            </a:r>
            <a:r>
              <a:rPr lang="en-US" dirty="0">
                <a:solidFill>
                  <a:srgbClr val="008000"/>
                </a:solidFill>
                <a:latin typeface="Consolas"/>
              </a:rPr>
              <a:t> </a:t>
            </a:r>
            <a:r>
              <a:rPr lang="en-US" dirty="0" err="1">
                <a:solidFill>
                  <a:srgbClr val="008000"/>
                </a:solidFill>
                <a:latin typeface="Consolas"/>
              </a:rPr>
              <a:t>giúp</a:t>
            </a:r>
            <a:r>
              <a:rPr lang="en-US" dirty="0">
                <a:solidFill>
                  <a:srgbClr val="008000"/>
                </a:solidFill>
                <a:latin typeface="Consolas"/>
              </a:rPr>
              <a:t> rebuild </a:t>
            </a:r>
            <a:r>
              <a:rPr lang="en-US" dirty="0" err="1">
                <a:solidFill>
                  <a:srgbClr val="008000"/>
                </a:solidFill>
                <a:latin typeface="Consolas"/>
              </a:rPr>
              <a:t>khi</a:t>
            </a:r>
            <a:r>
              <a:rPr lang="en-US" dirty="0">
                <a:solidFill>
                  <a:srgbClr val="008000"/>
                </a:solidFill>
                <a:latin typeface="Consolas"/>
              </a:rPr>
              <a:t> </a:t>
            </a:r>
            <a:r>
              <a:rPr lang="en-US" dirty="0" err="1">
                <a:solidFill>
                  <a:srgbClr val="008000"/>
                </a:solidFill>
                <a:latin typeface="Consolas"/>
              </a:rPr>
              <a:t>dữ</a:t>
            </a:r>
            <a:r>
              <a:rPr lang="en-US" dirty="0">
                <a:solidFill>
                  <a:srgbClr val="008000"/>
                </a:solidFill>
                <a:latin typeface="Consolas"/>
              </a:rPr>
              <a:t> </a:t>
            </a:r>
            <a:r>
              <a:rPr lang="en-US" dirty="0" err="1">
                <a:solidFill>
                  <a:srgbClr val="008000"/>
                </a:solidFill>
                <a:latin typeface="Consolas"/>
              </a:rPr>
              <a:t>liệu</a:t>
            </a:r>
            <a:r>
              <a:rPr lang="en-US" dirty="0">
                <a:solidFill>
                  <a:srgbClr val="008000"/>
                </a:solidFill>
                <a:latin typeface="Consolas"/>
              </a:rPr>
              <a:t> </a:t>
            </a:r>
            <a:r>
              <a:rPr lang="en-US" dirty="0" err="1">
                <a:solidFill>
                  <a:srgbClr val="008000"/>
                </a:solidFill>
                <a:latin typeface="Consolas"/>
              </a:rPr>
              <a:t>thay</a:t>
            </a:r>
            <a:r>
              <a:rPr lang="en-US" dirty="0">
                <a:solidFill>
                  <a:srgbClr val="008000"/>
                </a:solidFill>
                <a:latin typeface="Consolas"/>
              </a:rPr>
              <a:t> </a:t>
            </a:r>
            <a:r>
              <a:rPr lang="en-US" dirty="0" err="1">
                <a:solidFill>
                  <a:srgbClr val="008000"/>
                </a:solidFill>
                <a:latin typeface="Consolas"/>
              </a:rPr>
              <a:t>đổi</a:t>
            </a:r>
            <a:endParaRPr lang="en-US">
              <a:latin typeface="Consolas"/>
            </a:endParaRPr>
          </a:p>
          <a:p>
            <a:r>
              <a:rPr lang="en-US" dirty="0">
                <a:solidFill>
                  <a:srgbClr val="3B3B3B"/>
                </a:solidFill>
                <a:latin typeface="Consolas"/>
              </a:rPr>
              <a:t>    </a:t>
            </a:r>
            <a:r>
              <a:rPr lang="en-US" dirty="0">
                <a:solidFill>
                  <a:srgbClr val="AF00DB"/>
                </a:solidFill>
                <a:latin typeface="Consolas"/>
              </a:rPr>
              <a:t>return</a:t>
            </a:r>
            <a:r>
              <a:rPr lang="en-US" dirty="0">
                <a:solidFill>
                  <a:srgbClr val="3B3B3B"/>
                </a:solidFill>
                <a:latin typeface="Consolas"/>
              </a:rPr>
              <a:t> </a:t>
            </a:r>
            <a:r>
              <a:rPr lang="en-US" dirty="0" err="1">
                <a:solidFill>
                  <a:srgbClr val="001080"/>
                </a:solidFill>
                <a:latin typeface="Consolas"/>
              </a:rPr>
              <a:t>context</a:t>
            </a:r>
            <a:r>
              <a:rPr lang="en-US" dirty="0" err="1">
                <a:solidFill>
                  <a:srgbClr val="3B3B3B"/>
                </a:solidFill>
                <a:latin typeface="Consolas"/>
              </a:rPr>
              <a:t>.</a:t>
            </a:r>
            <a:r>
              <a:rPr lang="en-US" dirty="0" err="1">
                <a:solidFill>
                  <a:srgbClr val="795E26"/>
                </a:solidFill>
                <a:latin typeface="Consolas"/>
              </a:rPr>
              <a:t>dependOnInheritedWidgetOfExactType</a:t>
            </a:r>
            <a:r>
              <a:rPr lang="en-US" dirty="0">
                <a:solidFill>
                  <a:srgbClr val="3B3B3B"/>
                </a:solidFill>
                <a:latin typeface="Consolas"/>
              </a:rPr>
              <a:t>&lt;</a:t>
            </a:r>
            <a:r>
              <a:rPr lang="en-US" dirty="0" err="1">
                <a:solidFill>
                  <a:srgbClr val="267F99"/>
                </a:solidFill>
                <a:latin typeface="Consolas"/>
              </a:rPr>
              <a:t>CounterProvider</a:t>
            </a:r>
            <a:r>
              <a:rPr lang="en-US" dirty="0">
                <a:solidFill>
                  <a:srgbClr val="3B3B3B"/>
                </a:solidFill>
                <a:latin typeface="Consolas"/>
              </a:rPr>
              <a:t>&gt;()</a:t>
            </a:r>
            <a:r>
              <a:rPr lang="en-US" dirty="0">
                <a:latin typeface="Consolas"/>
              </a:rPr>
              <a:t>!</a:t>
            </a:r>
            <a:r>
              <a:rPr lang="en-US" dirty="0">
                <a:solidFill>
                  <a:srgbClr val="3B3B3B"/>
                </a:solidFill>
                <a:latin typeface="Consolas"/>
              </a:rPr>
              <a:t>;</a:t>
            </a:r>
            <a:endParaRPr lang="en-US" dirty="0">
              <a:latin typeface="Consolas"/>
            </a:endParaRPr>
          </a:p>
          <a:p>
            <a:r>
              <a:rPr lang="en-US" dirty="0">
                <a:solidFill>
                  <a:srgbClr val="3B3B3B"/>
                </a:solidFill>
                <a:latin typeface="Consolas"/>
              </a:rPr>
              <a:t>  }</a:t>
            </a:r>
            <a:endParaRPr lang="en-US">
              <a:latin typeface="Consolas"/>
            </a:endParaRPr>
          </a:p>
          <a:p>
            <a:br>
              <a:rPr lang="en-US" dirty="0">
                <a:latin typeface="Consolas"/>
              </a:rPr>
            </a:br>
            <a:r>
              <a:rPr lang="en-US" dirty="0">
                <a:solidFill>
                  <a:srgbClr val="3B3B3B"/>
                </a:solidFill>
                <a:latin typeface="Consolas"/>
              </a:rPr>
              <a:t> </a:t>
            </a:r>
            <a:endParaRPr lang="en-US" dirty="0">
              <a:solidFill>
                <a:srgbClr val="001080"/>
              </a:solidFill>
              <a:latin typeface="Consolas"/>
            </a:endParaRPr>
          </a:p>
        </p:txBody>
      </p:sp>
      <p:cxnSp>
        <p:nvCxnSpPr>
          <p:cNvPr id="5" name="Straight Arrow Connector 4">
            <a:extLst>
              <a:ext uri="{FF2B5EF4-FFF2-40B4-BE49-F238E27FC236}">
                <a16:creationId xmlns:a16="http://schemas.microsoft.com/office/drawing/2014/main" id="{DD9F43E7-5AB1-E9CD-90FC-C9A6E87DDB7B}"/>
              </a:ext>
            </a:extLst>
          </p:cNvPr>
          <p:cNvCxnSpPr/>
          <p:nvPr/>
        </p:nvCxnSpPr>
        <p:spPr>
          <a:xfrm flipH="1">
            <a:off x="5743653" y="1218059"/>
            <a:ext cx="8585" cy="5625921"/>
          </a:xfrm>
          <a:prstGeom prst="straightConnector1">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11805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6000">
              <a:schemeClr val="tx1"/>
            </a:gs>
            <a:gs pos="2000">
              <a:schemeClr val="bg1"/>
            </a:gs>
            <a:gs pos="11000">
              <a:schemeClr val="bg1"/>
            </a:gs>
          </a:gsLst>
          <a:lin ang="2400000" scaled="0"/>
          <a:tileRect/>
        </a:gradFill>
        <a:effectLst/>
      </p:bgPr>
    </p:bg>
    <p:spTree>
      <p:nvGrpSpPr>
        <p:cNvPr id="1" name="">
          <a:extLst>
            <a:ext uri="{FF2B5EF4-FFF2-40B4-BE49-F238E27FC236}">
              <a16:creationId xmlns:a16="http://schemas.microsoft.com/office/drawing/2014/main" id="{6E590042-71DA-B387-EEB6-2F1B06B160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708B202-8C54-288A-2D3A-5BF6BD801479}"/>
              </a:ext>
            </a:extLst>
          </p:cNvPr>
          <p:cNvSpPr txBox="1"/>
          <p:nvPr/>
        </p:nvSpPr>
        <p:spPr>
          <a:xfrm>
            <a:off x="731672" y="531611"/>
            <a:ext cx="8987692" cy="584775"/>
          </a:xfrm>
          <a:prstGeom prst="rect">
            <a:avLst/>
          </a:prstGeom>
          <a:noFill/>
          <a:ln>
            <a:noFill/>
          </a:ln>
        </p:spPr>
        <p:txBody>
          <a:bodyPr wrap="square" lIns="91440" tIns="45720" rIns="91440" bIns="45720" anchor="t">
            <a:spAutoFit/>
          </a:bodyPr>
          <a:lstStyle/>
          <a:p>
            <a:r>
              <a:rPr lang="en-US" sz="3200" b="1" dirty="0">
                <a:ln w="25400" cap="sq">
                  <a:noFill/>
                  <a:miter lim="800000"/>
                </a:ln>
                <a:effectLst>
                  <a:glow rad="177800">
                    <a:prstClr val="white">
                      <a:alpha val="86000"/>
                    </a:prstClr>
                  </a:glow>
                </a:effectLst>
                <a:latin typeface="Aptos"/>
                <a:ea typeface="Tahoma"/>
                <a:cs typeface="Tahoma"/>
              </a:rPr>
              <a:t>DEMO CODE</a:t>
            </a:r>
          </a:p>
        </p:txBody>
      </p:sp>
      <p:cxnSp>
        <p:nvCxnSpPr>
          <p:cNvPr id="8" name="Straight Connector 7">
            <a:extLst>
              <a:ext uri="{FF2B5EF4-FFF2-40B4-BE49-F238E27FC236}">
                <a16:creationId xmlns:a16="http://schemas.microsoft.com/office/drawing/2014/main" id="{1A9991BF-44AB-B76C-308A-4A43140ADDB6}"/>
              </a:ext>
            </a:extLst>
          </p:cNvPr>
          <p:cNvCxnSpPr>
            <a:cxnSpLocks/>
          </p:cNvCxnSpPr>
          <p:nvPr/>
        </p:nvCxnSpPr>
        <p:spPr>
          <a:xfrm>
            <a:off x="129945" y="1125413"/>
            <a:ext cx="6615989" cy="10732"/>
          </a:xfrm>
          <a:prstGeom prst="line">
            <a:avLst/>
          </a:prstGeom>
          <a:ln w="6350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C2F02F3C-EA01-72FE-9C1B-2C31C06B4822}"/>
              </a:ext>
            </a:extLst>
          </p:cNvPr>
          <p:cNvSpPr txBox="1"/>
          <p:nvPr/>
        </p:nvSpPr>
        <p:spPr>
          <a:xfrm>
            <a:off x="128787" y="1368380"/>
            <a:ext cx="6149664" cy="56859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1080"/>
                </a:solidFill>
                <a:latin typeface="Consolas"/>
                <a:ea typeface="Consolas"/>
                <a:cs typeface="Consolas"/>
              </a:rPr>
              <a:t>@override</a:t>
            </a:r>
            <a:endParaRPr lang="en-US" dirty="0">
              <a:solidFill>
                <a:srgbClr val="000000"/>
              </a:solidFill>
              <a:latin typeface="Consolas"/>
              <a:ea typeface="Consolas"/>
              <a:cs typeface="Consolas"/>
            </a:endParaRPr>
          </a:p>
          <a:p>
            <a:r>
              <a:rPr lang="en-US" dirty="0">
                <a:solidFill>
                  <a:srgbClr val="3B3B3B"/>
                </a:solidFill>
                <a:latin typeface="Consolas"/>
                <a:ea typeface="Consolas"/>
                <a:cs typeface="Consolas"/>
              </a:rPr>
              <a:t>  </a:t>
            </a:r>
            <a:r>
              <a:rPr lang="en-US" dirty="0">
                <a:solidFill>
                  <a:srgbClr val="267F99"/>
                </a:solidFill>
                <a:latin typeface="Consolas"/>
                <a:ea typeface="Consolas"/>
                <a:cs typeface="Consolas"/>
              </a:rPr>
              <a:t>bool</a:t>
            </a:r>
            <a:r>
              <a:rPr lang="en-US" dirty="0">
                <a:solidFill>
                  <a:srgbClr val="3B3B3B"/>
                </a:solidFill>
                <a:latin typeface="Consolas"/>
                <a:ea typeface="Consolas"/>
                <a:cs typeface="Consolas"/>
              </a:rPr>
              <a:t> </a:t>
            </a:r>
            <a:r>
              <a:rPr lang="en-US" dirty="0" err="1">
                <a:solidFill>
                  <a:srgbClr val="795E26"/>
                </a:solidFill>
                <a:latin typeface="Consolas"/>
                <a:ea typeface="Consolas"/>
                <a:cs typeface="Consolas"/>
              </a:rPr>
              <a:t>updateShouldNotify</a:t>
            </a:r>
            <a:r>
              <a:rPr lang="en-US" dirty="0">
                <a:solidFill>
                  <a:srgbClr val="3B3B3B"/>
                </a:solidFill>
                <a:latin typeface="Consolas"/>
                <a:ea typeface="Consolas"/>
                <a:cs typeface="Consolas"/>
              </a:rPr>
              <a:t>(</a:t>
            </a:r>
            <a:r>
              <a:rPr lang="en-US" dirty="0" err="1">
                <a:solidFill>
                  <a:srgbClr val="267F99"/>
                </a:solidFill>
                <a:latin typeface="Consolas"/>
                <a:ea typeface="Consolas"/>
                <a:cs typeface="Consolas"/>
              </a:rPr>
              <a:t>CounterProvider</a:t>
            </a:r>
            <a:r>
              <a:rPr lang="en-US" dirty="0">
                <a:solidFill>
                  <a:srgbClr val="3B3B3B"/>
                </a:solidFill>
                <a:latin typeface="Consolas"/>
                <a:ea typeface="Consolas"/>
                <a:cs typeface="Consolas"/>
              </a:rPr>
              <a:t> </a:t>
            </a:r>
            <a:r>
              <a:rPr lang="en-US" dirty="0" err="1">
                <a:solidFill>
                  <a:srgbClr val="001080"/>
                </a:solidFill>
                <a:latin typeface="Consolas"/>
                <a:ea typeface="Consolas"/>
                <a:cs typeface="Consolas"/>
              </a:rPr>
              <a:t>oldWidget</a:t>
            </a:r>
            <a:r>
              <a:rPr lang="en-US" dirty="0">
                <a:solidFill>
                  <a:srgbClr val="3B3B3B"/>
                </a:solidFill>
                <a:latin typeface="Consolas"/>
                <a:ea typeface="Consolas"/>
                <a:cs typeface="Consolas"/>
              </a:rPr>
              <a:t>) {</a:t>
            </a:r>
            <a:endParaRPr lang="en-US" dirty="0">
              <a:solidFill>
                <a:srgbClr val="000000"/>
              </a:solidFill>
              <a:latin typeface="Consolas"/>
              <a:ea typeface="Consolas"/>
              <a:cs typeface="Consolas"/>
            </a:endParaRPr>
          </a:p>
          <a:p>
            <a:r>
              <a:rPr lang="en-US" dirty="0">
                <a:solidFill>
                  <a:srgbClr val="3B3B3B"/>
                </a:solidFill>
                <a:latin typeface="Consolas"/>
                <a:ea typeface="Consolas"/>
                <a:cs typeface="Consolas"/>
              </a:rPr>
              <a:t>    </a:t>
            </a:r>
            <a:r>
              <a:rPr lang="en-US" dirty="0">
                <a:solidFill>
                  <a:srgbClr val="008000"/>
                </a:solidFill>
                <a:latin typeface="Consolas"/>
                <a:ea typeface="Consolas"/>
                <a:cs typeface="Consolas"/>
              </a:rPr>
              <a:t>// </a:t>
            </a:r>
            <a:r>
              <a:rPr lang="en-US" dirty="0" err="1">
                <a:solidFill>
                  <a:srgbClr val="008000"/>
                </a:solidFill>
                <a:latin typeface="Consolas"/>
                <a:ea typeface="Consolas"/>
                <a:cs typeface="Consolas"/>
              </a:rPr>
              <a:t>Chỉ</a:t>
            </a:r>
            <a:r>
              <a:rPr lang="en-US" dirty="0">
                <a:solidFill>
                  <a:srgbClr val="008000"/>
                </a:solidFill>
                <a:latin typeface="Consolas"/>
                <a:ea typeface="Consolas"/>
                <a:cs typeface="Consolas"/>
              </a:rPr>
              <a:t> rebuild </a:t>
            </a:r>
            <a:r>
              <a:rPr lang="en-US" dirty="0" err="1">
                <a:solidFill>
                  <a:srgbClr val="008000"/>
                </a:solidFill>
                <a:latin typeface="Consolas"/>
                <a:ea typeface="Consolas"/>
                <a:cs typeface="Consolas"/>
              </a:rPr>
              <a:t>khi</a:t>
            </a:r>
            <a:r>
              <a:rPr lang="en-US" dirty="0">
                <a:solidFill>
                  <a:srgbClr val="008000"/>
                </a:solidFill>
                <a:latin typeface="Consolas"/>
                <a:ea typeface="Consolas"/>
                <a:cs typeface="Consolas"/>
              </a:rPr>
              <a:t> </a:t>
            </a:r>
            <a:r>
              <a:rPr lang="en-US" dirty="0" err="1">
                <a:solidFill>
                  <a:srgbClr val="008000"/>
                </a:solidFill>
                <a:latin typeface="Consolas"/>
                <a:ea typeface="Consolas"/>
                <a:cs typeface="Consolas"/>
              </a:rPr>
              <a:t>dữ</a:t>
            </a:r>
            <a:r>
              <a:rPr lang="en-US" dirty="0">
                <a:solidFill>
                  <a:srgbClr val="008000"/>
                </a:solidFill>
                <a:latin typeface="Consolas"/>
                <a:ea typeface="Consolas"/>
                <a:cs typeface="Consolas"/>
              </a:rPr>
              <a:t> </a:t>
            </a:r>
            <a:r>
              <a:rPr lang="en-US" dirty="0" err="1">
                <a:solidFill>
                  <a:srgbClr val="008000"/>
                </a:solidFill>
                <a:latin typeface="Consolas"/>
                <a:ea typeface="Consolas"/>
                <a:cs typeface="Consolas"/>
              </a:rPr>
              <a:t>liệu</a:t>
            </a:r>
            <a:r>
              <a:rPr lang="en-US" dirty="0">
                <a:solidFill>
                  <a:srgbClr val="008000"/>
                </a:solidFill>
                <a:latin typeface="Consolas"/>
                <a:ea typeface="Consolas"/>
                <a:cs typeface="Consolas"/>
              </a:rPr>
              <a:t> </a:t>
            </a:r>
            <a:r>
              <a:rPr lang="en-US" dirty="0" err="1">
                <a:solidFill>
                  <a:srgbClr val="008000"/>
                </a:solidFill>
                <a:latin typeface="Consolas"/>
                <a:ea typeface="Consolas"/>
                <a:cs typeface="Consolas"/>
              </a:rPr>
              <a:t>khác</a:t>
            </a:r>
            <a:endParaRPr lang="en-US" dirty="0" err="1">
              <a:solidFill>
                <a:srgbClr val="000000"/>
              </a:solidFill>
              <a:latin typeface="Consolas"/>
              <a:ea typeface="Consolas"/>
              <a:cs typeface="Consolas"/>
            </a:endParaRPr>
          </a:p>
          <a:p>
            <a:r>
              <a:rPr lang="en-US" dirty="0">
                <a:solidFill>
                  <a:srgbClr val="3B3B3B"/>
                </a:solidFill>
                <a:latin typeface="Consolas"/>
                <a:ea typeface="Consolas"/>
                <a:cs typeface="Consolas"/>
              </a:rPr>
              <a:t>    </a:t>
            </a:r>
            <a:r>
              <a:rPr lang="en-US" dirty="0">
                <a:solidFill>
                  <a:srgbClr val="AF00DB"/>
                </a:solidFill>
                <a:latin typeface="Consolas"/>
                <a:ea typeface="Consolas"/>
                <a:cs typeface="Consolas"/>
              </a:rPr>
              <a:t>return</a:t>
            </a:r>
            <a:r>
              <a:rPr lang="en-US" dirty="0">
                <a:solidFill>
                  <a:srgbClr val="3B3B3B"/>
                </a:solidFill>
                <a:latin typeface="Consolas"/>
                <a:ea typeface="Consolas"/>
                <a:cs typeface="Consolas"/>
              </a:rPr>
              <a:t> </a:t>
            </a:r>
            <a:r>
              <a:rPr lang="en-US" dirty="0">
                <a:solidFill>
                  <a:srgbClr val="001080"/>
                </a:solidFill>
                <a:latin typeface="Consolas"/>
                <a:ea typeface="Consolas"/>
                <a:cs typeface="Consolas"/>
              </a:rPr>
              <a:t>counter</a:t>
            </a:r>
            <a:r>
              <a:rPr lang="en-US" dirty="0">
                <a:solidFill>
                  <a:srgbClr val="3B3B3B"/>
                </a:solidFill>
                <a:latin typeface="Consolas"/>
                <a:ea typeface="Consolas"/>
                <a:cs typeface="Consolas"/>
              </a:rPr>
              <a:t> </a:t>
            </a:r>
            <a:r>
              <a:rPr lang="en-US" dirty="0">
                <a:solidFill>
                  <a:srgbClr val="000000"/>
                </a:solidFill>
                <a:latin typeface="Consolas"/>
                <a:ea typeface="Consolas"/>
                <a:cs typeface="Consolas"/>
              </a:rPr>
              <a:t>!=</a:t>
            </a:r>
            <a:r>
              <a:rPr lang="en-US" dirty="0">
                <a:solidFill>
                  <a:srgbClr val="3B3B3B"/>
                </a:solidFill>
                <a:latin typeface="Consolas"/>
                <a:ea typeface="Consolas"/>
                <a:cs typeface="Consolas"/>
              </a:rPr>
              <a:t> </a:t>
            </a:r>
            <a:r>
              <a:rPr lang="en-US" dirty="0" err="1">
                <a:solidFill>
                  <a:srgbClr val="001080"/>
                </a:solidFill>
                <a:latin typeface="Consolas"/>
                <a:ea typeface="Consolas"/>
                <a:cs typeface="Consolas"/>
              </a:rPr>
              <a:t>oldWidget</a:t>
            </a:r>
            <a:r>
              <a:rPr lang="en-US" dirty="0" err="1">
                <a:solidFill>
                  <a:srgbClr val="3B3B3B"/>
                </a:solidFill>
                <a:latin typeface="Consolas"/>
                <a:ea typeface="Consolas"/>
                <a:cs typeface="Consolas"/>
              </a:rPr>
              <a:t>.</a:t>
            </a:r>
            <a:r>
              <a:rPr lang="en-US" dirty="0" err="1">
                <a:solidFill>
                  <a:srgbClr val="001080"/>
                </a:solidFill>
                <a:latin typeface="Consolas"/>
                <a:ea typeface="Consolas"/>
                <a:cs typeface="Consolas"/>
              </a:rPr>
              <a:t>counter</a:t>
            </a:r>
            <a:r>
              <a:rPr lang="en-US" dirty="0">
                <a:solidFill>
                  <a:srgbClr val="3B3B3B"/>
                </a:solidFill>
                <a:latin typeface="Consolas"/>
                <a:ea typeface="Consolas"/>
                <a:cs typeface="Consolas"/>
              </a:rPr>
              <a:t>;</a:t>
            </a:r>
            <a:endParaRPr lang="en-US" dirty="0">
              <a:solidFill>
                <a:srgbClr val="000000"/>
              </a:solidFill>
              <a:latin typeface="Consolas"/>
              <a:ea typeface="Consolas"/>
              <a:cs typeface="Consolas"/>
            </a:endParaRPr>
          </a:p>
          <a:p>
            <a:r>
              <a:rPr lang="en-US" dirty="0">
                <a:solidFill>
                  <a:srgbClr val="3B3B3B"/>
                </a:solidFill>
                <a:latin typeface="Consolas"/>
                <a:ea typeface="Consolas"/>
                <a:cs typeface="Consolas"/>
              </a:rPr>
              <a:t>  }</a:t>
            </a:r>
            <a:endParaRPr lang="en-US" dirty="0">
              <a:solidFill>
                <a:srgbClr val="000000"/>
              </a:solidFill>
              <a:latin typeface="Consolas"/>
              <a:ea typeface="Consolas"/>
              <a:cs typeface="Consolas"/>
            </a:endParaRPr>
          </a:p>
          <a:p>
            <a:r>
              <a:rPr lang="en-US" dirty="0">
                <a:solidFill>
                  <a:srgbClr val="3B3B3B"/>
                </a:solidFill>
                <a:latin typeface="Consolas"/>
                <a:ea typeface="Consolas"/>
                <a:cs typeface="Consolas"/>
              </a:rPr>
              <a:t>}</a:t>
            </a:r>
            <a:br>
              <a:rPr lang="en-US" dirty="0">
                <a:solidFill>
                  <a:srgbClr val="000000"/>
                </a:solidFill>
                <a:latin typeface="Consolas"/>
                <a:ea typeface="Consolas"/>
                <a:cs typeface="Consolas"/>
              </a:rPr>
            </a:br>
            <a:r>
              <a:rPr lang="en-US" dirty="0">
                <a:solidFill>
                  <a:srgbClr val="008000"/>
                </a:solidFill>
                <a:latin typeface="Consolas"/>
                <a:ea typeface="Consolas"/>
                <a:cs typeface="Consolas"/>
              </a:rPr>
              <a:t>// 3️⃣ UI </a:t>
            </a:r>
            <a:r>
              <a:rPr lang="en-US" dirty="0" err="1">
                <a:solidFill>
                  <a:srgbClr val="008000"/>
                </a:solidFill>
                <a:latin typeface="Consolas"/>
                <a:ea typeface="Consolas"/>
                <a:cs typeface="Consolas"/>
              </a:rPr>
              <a:t>chính</a:t>
            </a:r>
            <a:endParaRPr lang="en-US" dirty="0" err="1">
              <a:solidFill>
                <a:srgbClr val="000000"/>
              </a:solidFill>
              <a:latin typeface="Consolas"/>
              <a:ea typeface="Consolas"/>
              <a:cs typeface="Consolas"/>
            </a:endParaRPr>
          </a:p>
          <a:p>
            <a:r>
              <a:rPr lang="en-US" dirty="0">
                <a:solidFill>
                  <a:srgbClr val="0000FF"/>
                </a:solidFill>
                <a:latin typeface="Consolas"/>
                <a:ea typeface="Consolas"/>
                <a:cs typeface="Consolas"/>
              </a:rPr>
              <a:t>class</a:t>
            </a:r>
            <a:r>
              <a:rPr lang="en-US" dirty="0">
                <a:solidFill>
                  <a:srgbClr val="3B3B3B"/>
                </a:solidFill>
                <a:latin typeface="Consolas"/>
                <a:ea typeface="Consolas"/>
                <a:cs typeface="Consolas"/>
              </a:rPr>
              <a:t> </a:t>
            </a:r>
            <a:r>
              <a:rPr lang="en-US" dirty="0" err="1">
                <a:solidFill>
                  <a:srgbClr val="267F99"/>
                </a:solidFill>
                <a:latin typeface="Consolas"/>
                <a:ea typeface="Consolas"/>
                <a:cs typeface="Consolas"/>
              </a:rPr>
              <a:t>CounterScreen</a:t>
            </a:r>
            <a:r>
              <a:rPr lang="en-US" dirty="0">
                <a:solidFill>
                  <a:srgbClr val="3B3B3B"/>
                </a:solidFill>
                <a:latin typeface="Consolas"/>
                <a:ea typeface="Consolas"/>
                <a:cs typeface="Consolas"/>
              </a:rPr>
              <a:t> </a:t>
            </a:r>
            <a:r>
              <a:rPr lang="en-US" dirty="0">
                <a:solidFill>
                  <a:srgbClr val="0000FF"/>
                </a:solidFill>
                <a:latin typeface="Consolas"/>
                <a:ea typeface="Consolas"/>
                <a:cs typeface="Consolas"/>
              </a:rPr>
              <a:t>extends</a:t>
            </a:r>
            <a:r>
              <a:rPr lang="en-US" dirty="0">
                <a:solidFill>
                  <a:srgbClr val="3B3B3B"/>
                </a:solidFill>
                <a:latin typeface="Consolas"/>
                <a:ea typeface="Consolas"/>
                <a:cs typeface="Consolas"/>
              </a:rPr>
              <a:t> </a:t>
            </a:r>
            <a:r>
              <a:rPr lang="en-US" dirty="0" err="1">
                <a:solidFill>
                  <a:srgbClr val="267F99"/>
                </a:solidFill>
                <a:latin typeface="Consolas"/>
                <a:ea typeface="Consolas"/>
                <a:cs typeface="Consolas"/>
              </a:rPr>
              <a:t>StatefulWidget</a:t>
            </a:r>
            <a:r>
              <a:rPr lang="en-US" dirty="0">
                <a:solidFill>
                  <a:srgbClr val="3B3B3B"/>
                </a:solidFill>
                <a:latin typeface="Consolas"/>
                <a:ea typeface="Consolas"/>
                <a:cs typeface="Consolas"/>
              </a:rPr>
              <a:t> {</a:t>
            </a:r>
            <a:endParaRPr lang="en-US" dirty="0">
              <a:solidFill>
                <a:srgbClr val="000000"/>
              </a:solidFill>
              <a:latin typeface="Consolas"/>
              <a:ea typeface="Consolas"/>
              <a:cs typeface="Consolas"/>
            </a:endParaRPr>
          </a:p>
          <a:p>
            <a:r>
              <a:rPr lang="en-US" dirty="0">
                <a:solidFill>
                  <a:srgbClr val="3B3B3B"/>
                </a:solidFill>
                <a:latin typeface="Consolas"/>
                <a:ea typeface="Consolas"/>
                <a:cs typeface="Consolas"/>
              </a:rPr>
              <a:t>  </a:t>
            </a:r>
            <a:r>
              <a:rPr lang="en-US" dirty="0">
                <a:solidFill>
                  <a:srgbClr val="0000FF"/>
                </a:solidFill>
                <a:latin typeface="Consolas"/>
                <a:ea typeface="Consolas"/>
                <a:cs typeface="Consolas"/>
              </a:rPr>
              <a:t>const</a:t>
            </a:r>
            <a:r>
              <a:rPr lang="en-US" dirty="0">
                <a:solidFill>
                  <a:srgbClr val="3B3B3B"/>
                </a:solidFill>
                <a:latin typeface="Consolas"/>
                <a:ea typeface="Consolas"/>
                <a:cs typeface="Consolas"/>
              </a:rPr>
              <a:t> </a:t>
            </a:r>
            <a:r>
              <a:rPr lang="en-US" dirty="0" err="1">
                <a:solidFill>
                  <a:srgbClr val="267F99"/>
                </a:solidFill>
                <a:latin typeface="Consolas"/>
                <a:ea typeface="Consolas"/>
                <a:cs typeface="Consolas"/>
              </a:rPr>
              <a:t>CounterScreen</a:t>
            </a:r>
            <a:r>
              <a:rPr lang="en-US" dirty="0">
                <a:solidFill>
                  <a:srgbClr val="3B3B3B"/>
                </a:solidFill>
                <a:latin typeface="Consolas"/>
                <a:ea typeface="Consolas"/>
                <a:cs typeface="Consolas"/>
              </a:rPr>
              <a:t>({</a:t>
            </a:r>
            <a:r>
              <a:rPr lang="en-US" dirty="0" err="1">
                <a:solidFill>
                  <a:srgbClr val="0000FF"/>
                </a:solidFill>
                <a:latin typeface="Consolas"/>
                <a:ea typeface="Consolas"/>
                <a:cs typeface="Consolas"/>
              </a:rPr>
              <a:t>super</a:t>
            </a:r>
            <a:r>
              <a:rPr lang="en-US" dirty="0" err="1">
                <a:solidFill>
                  <a:srgbClr val="3B3B3B"/>
                </a:solidFill>
                <a:latin typeface="Consolas"/>
                <a:ea typeface="Consolas"/>
                <a:cs typeface="Consolas"/>
              </a:rPr>
              <a:t>.</a:t>
            </a:r>
            <a:r>
              <a:rPr lang="en-US" dirty="0" err="1">
                <a:solidFill>
                  <a:srgbClr val="001080"/>
                </a:solidFill>
                <a:latin typeface="Consolas"/>
                <a:ea typeface="Consolas"/>
                <a:cs typeface="Consolas"/>
              </a:rPr>
              <a:t>key</a:t>
            </a:r>
            <a:r>
              <a:rPr lang="en-US" dirty="0">
                <a:solidFill>
                  <a:srgbClr val="3B3B3B"/>
                </a:solidFill>
                <a:latin typeface="Consolas"/>
                <a:ea typeface="Consolas"/>
                <a:cs typeface="Consolas"/>
              </a:rPr>
              <a:t>});</a:t>
            </a:r>
            <a:endParaRPr lang="en-US" dirty="0">
              <a:solidFill>
                <a:srgbClr val="000000"/>
              </a:solidFill>
              <a:latin typeface="Consolas"/>
              <a:ea typeface="Consolas"/>
              <a:cs typeface="Consolas"/>
            </a:endParaRPr>
          </a:p>
          <a:p>
            <a:r>
              <a:rPr lang="en-US" dirty="0">
                <a:solidFill>
                  <a:srgbClr val="3B3B3B"/>
                </a:solidFill>
                <a:latin typeface="Consolas"/>
                <a:ea typeface="Consolas"/>
                <a:cs typeface="Consolas"/>
              </a:rPr>
              <a:t>  </a:t>
            </a:r>
            <a:r>
              <a:rPr lang="en-US" dirty="0">
                <a:solidFill>
                  <a:srgbClr val="001080"/>
                </a:solidFill>
                <a:latin typeface="Consolas"/>
                <a:ea typeface="Consolas"/>
                <a:cs typeface="Consolas"/>
              </a:rPr>
              <a:t>@override</a:t>
            </a:r>
            <a:endParaRPr lang="en-US" dirty="0">
              <a:solidFill>
                <a:srgbClr val="000000"/>
              </a:solidFill>
              <a:latin typeface="Consolas"/>
              <a:ea typeface="Consolas"/>
              <a:cs typeface="Consolas"/>
            </a:endParaRPr>
          </a:p>
          <a:p>
            <a:r>
              <a:rPr lang="en-US" dirty="0">
                <a:solidFill>
                  <a:srgbClr val="3B3B3B"/>
                </a:solidFill>
                <a:latin typeface="Consolas"/>
                <a:ea typeface="Consolas"/>
                <a:cs typeface="Consolas"/>
              </a:rPr>
              <a:t>  </a:t>
            </a:r>
            <a:r>
              <a:rPr lang="en-US" dirty="0">
                <a:solidFill>
                  <a:srgbClr val="267F99"/>
                </a:solidFill>
                <a:latin typeface="Consolas"/>
                <a:ea typeface="Consolas"/>
                <a:cs typeface="Consolas"/>
              </a:rPr>
              <a:t>State</a:t>
            </a:r>
            <a:r>
              <a:rPr lang="en-US" dirty="0">
                <a:solidFill>
                  <a:srgbClr val="3B3B3B"/>
                </a:solidFill>
                <a:latin typeface="Consolas"/>
                <a:ea typeface="Consolas"/>
                <a:cs typeface="Consolas"/>
              </a:rPr>
              <a:t>&lt;</a:t>
            </a:r>
            <a:r>
              <a:rPr lang="en-US" dirty="0" err="1">
                <a:solidFill>
                  <a:srgbClr val="267F99"/>
                </a:solidFill>
                <a:latin typeface="Consolas"/>
                <a:ea typeface="Consolas"/>
                <a:cs typeface="Consolas"/>
              </a:rPr>
              <a:t>CounterScreen</a:t>
            </a:r>
            <a:r>
              <a:rPr lang="en-US" dirty="0">
                <a:solidFill>
                  <a:srgbClr val="3B3B3B"/>
                </a:solidFill>
                <a:latin typeface="Consolas"/>
                <a:ea typeface="Consolas"/>
                <a:cs typeface="Consolas"/>
              </a:rPr>
              <a:t>&gt; </a:t>
            </a:r>
            <a:r>
              <a:rPr lang="en-US" dirty="0" err="1">
                <a:solidFill>
                  <a:srgbClr val="795E26"/>
                </a:solidFill>
                <a:latin typeface="Consolas"/>
                <a:ea typeface="Consolas"/>
                <a:cs typeface="Consolas"/>
              </a:rPr>
              <a:t>createState</a:t>
            </a:r>
            <a:r>
              <a:rPr lang="en-US" dirty="0">
                <a:solidFill>
                  <a:srgbClr val="3B3B3B"/>
                </a:solidFill>
                <a:latin typeface="Consolas"/>
                <a:ea typeface="Consolas"/>
                <a:cs typeface="Consolas"/>
              </a:rPr>
              <a:t>() </a:t>
            </a:r>
            <a:r>
              <a:rPr lang="en-US" dirty="0">
                <a:solidFill>
                  <a:srgbClr val="000000"/>
                </a:solidFill>
                <a:latin typeface="Consolas"/>
                <a:ea typeface="Consolas"/>
                <a:cs typeface="Consolas"/>
              </a:rPr>
              <a:t>=&gt;</a:t>
            </a:r>
            <a:r>
              <a:rPr lang="en-US" dirty="0">
                <a:solidFill>
                  <a:srgbClr val="3B3B3B"/>
                </a:solidFill>
                <a:latin typeface="Consolas"/>
                <a:ea typeface="Consolas"/>
                <a:cs typeface="Consolas"/>
              </a:rPr>
              <a:t> </a:t>
            </a:r>
            <a:r>
              <a:rPr lang="en-US" dirty="0">
                <a:solidFill>
                  <a:srgbClr val="267F99"/>
                </a:solidFill>
                <a:latin typeface="Consolas"/>
                <a:ea typeface="Consolas"/>
                <a:cs typeface="Consolas"/>
              </a:rPr>
              <a:t>_</a:t>
            </a:r>
            <a:r>
              <a:rPr lang="en-US" dirty="0" err="1">
                <a:solidFill>
                  <a:srgbClr val="267F99"/>
                </a:solidFill>
                <a:latin typeface="Consolas"/>
                <a:ea typeface="Consolas"/>
                <a:cs typeface="Consolas"/>
              </a:rPr>
              <a:t>CounterScreenState</a:t>
            </a:r>
            <a:r>
              <a:rPr lang="en-US" dirty="0">
                <a:solidFill>
                  <a:srgbClr val="3B3B3B"/>
                </a:solidFill>
                <a:latin typeface="Consolas"/>
                <a:ea typeface="Consolas"/>
                <a:cs typeface="Consolas"/>
              </a:rPr>
              <a:t>();</a:t>
            </a:r>
            <a:endParaRPr lang="en-US" dirty="0">
              <a:solidFill>
                <a:srgbClr val="000000"/>
              </a:solidFill>
              <a:latin typeface="Consolas"/>
              <a:ea typeface="Consolas"/>
              <a:cs typeface="Consolas"/>
            </a:endParaRPr>
          </a:p>
          <a:p>
            <a:r>
              <a:rPr lang="en-US" dirty="0">
                <a:solidFill>
                  <a:srgbClr val="3B3B3B"/>
                </a:solidFill>
                <a:latin typeface="Consolas"/>
                <a:ea typeface="Consolas"/>
                <a:cs typeface="Consolas"/>
              </a:rPr>
              <a:t>}</a:t>
            </a:r>
            <a:br>
              <a:rPr lang="en-US" dirty="0">
                <a:solidFill>
                  <a:srgbClr val="000000"/>
                </a:solidFill>
                <a:latin typeface="Consolas"/>
                <a:ea typeface="Consolas"/>
                <a:cs typeface="Consolas"/>
              </a:rPr>
            </a:br>
            <a:r>
              <a:rPr lang="en-US" dirty="0">
                <a:solidFill>
                  <a:srgbClr val="0000FF"/>
                </a:solidFill>
                <a:latin typeface="Consolas"/>
                <a:ea typeface="Consolas"/>
                <a:cs typeface="Consolas"/>
              </a:rPr>
              <a:t>class</a:t>
            </a:r>
            <a:r>
              <a:rPr lang="en-US" dirty="0">
                <a:solidFill>
                  <a:srgbClr val="3B3B3B"/>
                </a:solidFill>
                <a:latin typeface="Consolas"/>
                <a:ea typeface="Consolas"/>
                <a:cs typeface="Consolas"/>
              </a:rPr>
              <a:t> </a:t>
            </a:r>
            <a:r>
              <a:rPr lang="en-US" dirty="0">
                <a:solidFill>
                  <a:srgbClr val="267F99"/>
                </a:solidFill>
                <a:latin typeface="Consolas"/>
                <a:ea typeface="Consolas"/>
                <a:cs typeface="Consolas"/>
              </a:rPr>
              <a:t>_</a:t>
            </a:r>
            <a:r>
              <a:rPr lang="en-US" dirty="0" err="1">
                <a:solidFill>
                  <a:srgbClr val="267F99"/>
                </a:solidFill>
                <a:latin typeface="Consolas"/>
                <a:ea typeface="Consolas"/>
                <a:cs typeface="Consolas"/>
              </a:rPr>
              <a:t>CounterScreenState</a:t>
            </a:r>
            <a:r>
              <a:rPr lang="en-US" dirty="0">
                <a:solidFill>
                  <a:srgbClr val="3B3B3B"/>
                </a:solidFill>
                <a:latin typeface="Consolas"/>
                <a:ea typeface="Consolas"/>
                <a:cs typeface="Consolas"/>
              </a:rPr>
              <a:t> </a:t>
            </a:r>
            <a:r>
              <a:rPr lang="en-US" dirty="0">
                <a:solidFill>
                  <a:srgbClr val="0000FF"/>
                </a:solidFill>
                <a:latin typeface="Consolas"/>
                <a:ea typeface="Consolas"/>
                <a:cs typeface="Consolas"/>
              </a:rPr>
              <a:t>extends</a:t>
            </a:r>
            <a:r>
              <a:rPr lang="en-US" dirty="0">
                <a:solidFill>
                  <a:srgbClr val="3B3B3B"/>
                </a:solidFill>
                <a:latin typeface="Consolas"/>
                <a:ea typeface="Consolas"/>
                <a:cs typeface="Consolas"/>
              </a:rPr>
              <a:t> </a:t>
            </a:r>
            <a:r>
              <a:rPr lang="en-US" dirty="0">
                <a:solidFill>
                  <a:srgbClr val="267F99"/>
                </a:solidFill>
                <a:latin typeface="Consolas"/>
                <a:ea typeface="Consolas"/>
                <a:cs typeface="Consolas"/>
              </a:rPr>
              <a:t>State</a:t>
            </a:r>
            <a:r>
              <a:rPr lang="en-US" dirty="0">
                <a:solidFill>
                  <a:srgbClr val="3B3B3B"/>
                </a:solidFill>
                <a:latin typeface="Consolas"/>
                <a:ea typeface="Consolas"/>
                <a:cs typeface="Consolas"/>
              </a:rPr>
              <a:t>&lt;</a:t>
            </a:r>
            <a:r>
              <a:rPr lang="en-US" dirty="0" err="1">
                <a:solidFill>
                  <a:srgbClr val="267F99"/>
                </a:solidFill>
                <a:latin typeface="Consolas"/>
                <a:ea typeface="Consolas"/>
                <a:cs typeface="Consolas"/>
              </a:rPr>
              <a:t>CounterScreen</a:t>
            </a:r>
            <a:r>
              <a:rPr lang="en-US" dirty="0">
                <a:solidFill>
                  <a:srgbClr val="3B3B3B"/>
                </a:solidFill>
                <a:latin typeface="Consolas"/>
                <a:ea typeface="Consolas"/>
                <a:cs typeface="Consolas"/>
              </a:rPr>
              <a:t>&gt; {</a:t>
            </a:r>
            <a:endParaRPr lang="en-US" dirty="0">
              <a:latin typeface="Consolas"/>
            </a:endParaRPr>
          </a:p>
          <a:p>
            <a:r>
              <a:rPr lang="en-US" dirty="0">
                <a:solidFill>
                  <a:srgbClr val="3B3B3B"/>
                </a:solidFill>
                <a:latin typeface="Consolas"/>
                <a:ea typeface="Consolas"/>
                <a:cs typeface="Consolas"/>
              </a:rPr>
              <a:t>  </a:t>
            </a:r>
            <a:r>
              <a:rPr lang="en-US" dirty="0">
                <a:solidFill>
                  <a:srgbClr val="001080"/>
                </a:solidFill>
                <a:latin typeface="Consolas"/>
                <a:ea typeface="Consolas"/>
                <a:cs typeface="Consolas"/>
              </a:rPr>
              <a:t>@override</a:t>
            </a:r>
            <a:endParaRPr lang="en-US" dirty="0">
              <a:solidFill>
                <a:srgbClr val="000000"/>
              </a:solidFill>
              <a:latin typeface="Consolas"/>
              <a:ea typeface="Consolas"/>
              <a:cs typeface="Consolas"/>
            </a:endParaRPr>
          </a:p>
          <a:p>
            <a:r>
              <a:rPr lang="en-US" dirty="0">
                <a:solidFill>
                  <a:srgbClr val="3B3B3B"/>
                </a:solidFill>
                <a:latin typeface="Consolas"/>
                <a:ea typeface="Consolas"/>
                <a:cs typeface="Consolas"/>
              </a:rPr>
              <a:t>  </a:t>
            </a:r>
            <a:r>
              <a:rPr lang="en-US" dirty="0">
                <a:solidFill>
                  <a:srgbClr val="267F99"/>
                </a:solidFill>
                <a:latin typeface="Consolas"/>
                <a:ea typeface="Consolas"/>
                <a:cs typeface="Consolas"/>
              </a:rPr>
              <a:t>Widget</a:t>
            </a:r>
            <a:r>
              <a:rPr lang="en-US" dirty="0">
                <a:solidFill>
                  <a:srgbClr val="3B3B3B"/>
                </a:solidFill>
                <a:latin typeface="Consolas"/>
                <a:ea typeface="Consolas"/>
                <a:cs typeface="Consolas"/>
              </a:rPr>
              <a:t> </a:t>
            </a:r>
            <a:r>
              <a:rPr lang="en-US" dirty="0">
                <a:solidFill>
                  <a:srgbClr val="795E26"/>
                </a:solidFill>
                <a:latin typeface="Consolas"/>
                <a:ea typeface="Consolas"/>
                <a:cs typeface="Consolas"/>
              </a:rPr>
              <a:t>build</a:t>
            </a:r>
            <a:r>
              <a:rPr lang="en-US" dirty="0">
                <a:solidFill>
                  <a:srgbClr val="3B3B3B"/>
                </a:solidFill>
                <a:latin typeface="Consolas"/>
                <a:ea typeface="Consolas"/>
                <a:cs typeface="Consolas"/>
              </a:rPr>
              <a:t>(</a:t>
            </a:r>
            <a:r>
              <a:rPr lang="en-US" dirty="0" err="1">
                <a:solidFill>
                  <a:srgbClr val="267F99"/>
                </a:solidFill>
                <a:latin typeface="Consolas"/>
                <a:ea typeface="Consolas"/>
                <a:cs typeface="Consolas"/>
              </a:rPr>
              <a:t>BuildContext</a:t>
            </a:r>
            <a:r>
              <a:rPr lang="en-US" dirty="0">
                <a:solidFill>
                  <a:srgbClr val="3B3B3B"/>
                </a:solidFill>
                <a:latin typeface="Consolas"/>
                <a:ea typeface="Consolas"/>
                <a:cs typeface="Consolas"/>
              </a:rPr>
              <a:t> </a:t>
            </a:r>
            <a:r>
              <a:rPr lang="en-US" dirty="0">
                <a:solidFill>
                  <a:srgbClr val="001080"/>
                </a:solidFill>
                <a:latin typeface="Consolas"/>
                <a:ea typeface="Consolas"/>
                <a:cs typeface="Consolas"/>
              </a:rPr>
              <a:t>context</a:t>
            </a:r>
            <a:r>
              <a:rPr lang="en-US" dirty="0">
                <a:solidFill>
                  <a:srgbClr val="3B3B3B"/>
                </a:solidFill>
                <a:latin typeface="Consolas"/>
                <a:ea typeface="Consolas"/>
                <a:cs typeface="Consolas"/>
              </a:rPr>
              <a:t>) {</a:t>
            </a:r>
            <a:endParaRPr lang="en-US" dirty="0">
              <a:solidFill>
                <a:srgbClr val="000000"/>
              </a:solidFill>
              <a:latin typeface="Consolas"/>
              <a:ea typeface="Consolas"/>
              <a:cs typeface="Consolas"/>
            </a:endParaRPr>
          </a:p>
          <a:p>
            <a:r>
              <a:rPr lang="en-US" dirty="0">
                <a:solidFill>
                  <a:srgbClr val="3B3B3B"/>
                </a:solidFill>
                <a:latin typeface="Consolas"/>
                <a:ea typeface="Consolas"/>
                <a:cs typeface="Consolas"/>
              </a:rPr>
              <a:t>    </a:t>
            </a:r>
            <a:r>
              <a:rPr lang="en-US" dirty="0">
                <a:solidFill>
                  <a:srgbClr val="0000FF"/>
                </a:solidFill>
                <a:latin typeface="Consolas"/>
                <a:ea typeface="Consolas"/>
                <a:cs typeface="Consolas"/>
              </a:rPr>
              <a:t>final</a:t>
            </a:r>
            <a:r>
              <a:rPr lang="en-US" dirty="0">
                <a:solidFill>
                  <a:srgbClr val="3B3B3B"/>
                </a:solidFill>
                <a:latin typeface="Consolas"/>
                <a:ea typeface="Consolas"/>
                <a:cs typeface="Consolas"/>
              </a:rPr>
              <a:t> </a:t>
            </a:r>
            <a:r>
              <a:rPr lang="en-US" dirty="0">
                <a:solidFill>
                  <a:srgbClr val="001080"/>
                </a:solidFill>
                <a:latin typeface="Consolas"/>
                <a:ea typeface="Consolas"/>
                <a:cs typeface="Consolas"/>
              </a:rPr>
              <a:t>counter</a:t>
            </a:r>
            <a:r>
              <a:rPr lang="en-US" dirty="0">
                <a:solidFill>
                  <a:srgbClr val="3B3B3B"/>
                </a:solidFill>
                <a:latin typeface="Consolas"/>
                <a:ea typeface="Consolas"/>
                <a:cs typeface="Consolas"/>
              </a:rPr>
              <a:t> </a:t>
            </a:r>
            <a:r>
              <a:rPr lang="en-US" dirty="0">
                <a:solidFill>
                  <a:srgbClr val="000000"/>
                </a:solidFill>
                <a:latin typeface="Consolas"/>
                <a:ea typeface="Consolas"/>
                <a:cs typeface="Consolas"/>
              </a:rPr>
              <a:t>=</a:t>
            </a:r>
            <a:r>
              <a:rPr lang="en-US" dirty="0">
                <a:solidFill>
                  <a:srgbClr val="3B3B3B"/>
                </a:solidFill>
                <a:latin typeface="Consolas"/>
                <a:ea typeface="Consolas"/>
                <a:cs typeface="Consolas"/>
              </a:rPr>
              <a:t> </a:t>
            </a:r>
            <a:r>
              <a:rPr lang="en-US" dirty="0" err="1">
                <a:solidFill>
                  <a:srgbClr val="267F99"/>
                </a:solidFill>
                <a:latin typeface="Consolas"/>
                <a:ea typeface="Consolas"/>
                <a:cs typeface="Consolas"/>
              </a:rPr>
              <a:t>CounterProvider</a:t>
            </a:r>
            <a:r>
              <a:rPr lang="en-US" dirty="0" err="1">
                <a:solidFill>
                  <a:srgbClr val="3B3B3B"/>
                </a:solidFill>
                <a:latin typeface="Consolas"/>
                <a:ea typeface="Consolas"/>
                <a:cs typeface="Consolas"/>
              </a:rPr>
              <a:t>.</a:t>
            </a:r>
            <a:r>
              <a:rPr lang="en-US" dirty="0" err="1">
                <a:solidFill>
                  <a:srgbClr val="795E26"/>
                </a:solidFill>
                <a:latin typeface="Consolas"/>
                <a:ea typeface="Consolas"/>
                <a:cs typeface="Consolas"/>
              </a:rPr>
              <a:t>of</a:t>
            </a:r>
            <a:r>
              <a:rPr lang="en-US" dirty="0">
                <a:solidFill>
                  <a:srgbClr val="3B3B3B"/>
                </a:solidFill>
                <a:latin typeface="Consolas"/>
                <a:ea typeface="Consolas"/>
                <a:cs typeface="Consolas"/>
              </a:rPr>
              <a:t>(</a:t>
            </a:r>
            <a:r>
              <a:rPr lang="en-US" dirty="0">
                <a:solidFill>
                  <a:srgbClr val="001080"/>
                </a:solidFill>
                <a:latin typeface="Consolas"/>
                <a:ea typeface="Consolas"/>
                <a:cs typeface="Consolas"/>
              </a:rPr>
              <a:t>context</a:t>
            </a:r>
            <a:r>
              <a:rPr lang="en-US" dirty="0">
                <a:solidFill>
                  <a:srgbClr val="3B3B3B"/>
                </a:solidFill>
                <a:latin typeface="Consolas"/>
                <a:ea typeface="Consolas"/>
                <a:cs typeface="Consolas"/>
              </a:rPr>
              <a:t>).</a:t>
            </a:r>
            <a:r>
              <a:rPr lang="en-US" dirty="0">
                <a:solidFill>
                  <a:srgbClr val="001080"/>
                </a:solidFill>
                <a:latin typeface="Consolas"/>
                <a:ea typeface="Consolas"/>
                <a:cs typeface="Consolas"/>
              </a:rPr>
              <a:t>counter</a:t>
            </a:r>
            <a:r>
              <a:rPr lang="en-US" dirty="0">
                <a:solidFill>
                  <a:srgbClr val="3B3B3B"/>
                </a:solidFill>
                <a:latin typeface="Consolas"/>
                <a:ea typeface="Consolas"/>
                <a:cs typeface="Consolas"/>
              </a:rPr>
              <a:t>        </a:t>
            </a:r>
            <a:endParaRPr lang="en-US" dirty="0">
              <a:solidFill>
                <a:srgbClr val="000000"/>
              </a:solidFill>
              <a:latin typeface="Consolas"/>
              <a:ea typeface="Consolas"/>
              <a:cs typeface="Consolas"/>
            </a:endParaRPr>
          </a:p>
        </p:txBody>
      </p:sp>
      <p:sp>
        <p:nvSpPr>
          <p:cNvPr id="4" name="TextBox 3">
            <a:extLst>
              <a:ext uri="{FF2B5EF4-FFF2-40B4-BE49-F238E27FC236}">
                <a16:creationId xmlns:a16="http://schemas.microsoft.com/office/drawing/2014/main" id="{5B5BF141-DC2A-8E36-E9F6-B65F6E3B7187}"/>
              </a:ext>
            </a:extLst>
          </p:cNvPr>
          <p:cNvSpPr txBox="1"/>
          <p:nvPr/>
        </p:nvSpPr>
        <p:spPr>
          <a:xfrm>
            <a:off x="5896427" y="1126165"/>
            <a:ext cx="6754383"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solidFill>
                  <a:srgbClr val="267F99"/>
                </a:solidFill>
                <a:latin typeface="Consolas"/>
              </a:rPr>
              <a:t>CounterProvider</a:t>
            </a:r>
            <a:r>
              <a:rPr lang="en-US" dirty="0" err="1">
                <a:solidFill>
                  <a:srgbClr val="3B3B3B"/>
                </a:solidFill>
                <a:latin typeface="Consolas"/>
              </a:rPr>
              <a:t>.</a:t>
            </a:r>
            <a:r>
              <a:rPr lang="en-US" dirty="0" err="1">
                <a:solidFill>
                  <a:srgbClr val="795E26"/>
                </a:solidFill>
                <a:latin typeface="Consolas"/>
              </a:rPr>
              <a:t>of</a:t>
            </a:r>
            <a:r>
              <a:rPr lang="en-US" dirty="0">
                <a:solidFill>
                  <a:srgbClr val="3B3B3B"/>
                </a:solidFill>
                <a:latin typeface="Consolas"/>
              </a:rPr>
              <a:t>(</a:t>
            </a:r>
            <a:r>
              <a:rPr lang="en-US" dirty="0">
                <a:solidFill>
                  <a:srgbClr val="001080"/>
                </a:solidFill>
                <a:latin typeface="Consolas"/>
              </a:rPr>
              <a:t>context</a:t>
            </a:r>
            <a:r>
              <a:rPr lang="en-US" dirty="0">
                <a:solidFill>
                  <a:srgbClr val="3B3B3B"/>
                </a:solidFill>
                <a:latin typeface="Consolas"/>
              </a:rPr>
              <a:t>).</a:t>
            </a:r>
            <a:r>
              <a:rPr lang="en-US" dirty="0">
                <a:solidFill>
                  <a:srgbClr val="001080"/>
                </a:solidFill>
                <a:latin typeface="Consolas"/>
              </a:rPr>
              <a:t>counter</a:t>
            </a:r>
            <a:r>
              <a:rPr lang="en-US" dirty="0">
                <a:solidFill>
                  <a:srgbClr val="3B3B3B"/>
                </a:solidFill>
                <a:latin typeface="Consolas"/>
              </a:rPr>
              <a:t>;</a:t>
            </a:r>
            <a:br>
              <a:rPr lang="en-US" dirty="0">
                <a:solidFill>
                  <a:srgbClr val="3B3B3B"/>
                </a:solidFill>
                <a:latin typeface="Consolas"/>
              </a:rPr>
            </a:br>
            <a:r>
              <a:rPr lang="en-US" dirty="0">
                <a:solidFill>
                  <a:srgbClr val="3B3B3B"/>
                </a:solidFill>
                <a:latin typeface="Consolas"/>
              </a:rPr>
              <a:t>    </a:t>
            </a:r>
            <a:r>
              <a:rPr lang="en-US" dirty="0">
                <a:solidFill>
                  <a:srgbClr val="AF00DB"/>
                </a:solidFill>
                <a:latin typeface="Consolas"/>
              </a:rPr>
              <a:t>return</a:t>
            </a:r>
            <a:r>
              <a:rPr lang="en-US" dirty="0">
                <a:solidFill>
                  <a:srgbClr val="3B3B3B"/>
                </a:solidFill>
                <a:latin typeface="Consolas"/>
              </a:rPr>
              <a:t> </a:t>
            </a:r>
            <a:r>
              <a:rPr lang="en-US" dirty="0">
                <a:solidFill>
                  <a:srgbClr val="267F99"/>
                </a:solidFill>
                <a:latin typeface="Consolas"/>
              </a:rPr>
              <a:t>Scaffold</a:t>
            </a:r>
            <a:r>
              <a:rPr lang="en-US" dirty="0">
                <a:solidFill>
                  <a:srgbClr val="3B3B3B"/>
                </a:solidFill>
                <a:latin typeface="Consolas"/>
              </a:rPr>
              <a:t>(</a:t>
            </a:r>
            <a:endParaRPr lang="en-US" dirty="0">
              <a:solidFill>
                <a:srgbClr val="000000"/>
              </a:solidFill>
              <a:latin typeface="Consolas"/>
            </a:endParaRPr>
          </a:p>
          <a:p>
            <a:r>
              <a:rPr lang="en-US" dirty="0">
                <a:solidFill>
                  <a:srgbClr val="3B3B3B"/>
                </a:solidFill>
                <a:latin typeface="Consolas"/>
              </a:rPr>
              <a:t>      </a:t>
            </a:r>
            <a:r>
              <a:rPr lang="en-US" dirty="0" err="1">
                <a:solidFill>
                  <a:srgbClr val="001080"/>
                </a:solidFill>
                <a:latin typeface="Consolas"/>
              </a:rPr>
              <a:t>appBar</a:t>
            </a:r>
            <a:r>
              <a:rPr lang="en-US" dirty="0">
                <a:solidFill>
                  <a:srgbClr val="000000"/>
                </a:solidFill>
                <a:latin typeface="Consolas"/>
              </a:rPr>
              <a:t>:</a:t>
            </a:r>
            <a:r>
              <a:rPr lang="en-US" dirty="0">
                <a:solidFill>
                  <a:srgbClr val="3B3B3B"/>
                </a:solidFill>
                <a:latin typeface="Consolas"/>
              </a:rPr>
              <a:t> </a:t>
            </a:r>
            <a:r>
              <a:rPr lang="en-US" dirty="0" err="1">
                <a:solidFill>
                  <a:srgbClr val="267F99"/>
                </a:solidFill>
                <a:latin typeface="Consolas"/>
              </a:rPr>
              <a:t>AppBar</a:t>
            </a:r>
            <a:r>
              <a:rPr lang="en-US" dirty="0">
                <a:solidFill>
                  <a:srgbClr val="3B3B3B"/>
                </a:solidFill>
                <a:latin typeface="Consolas"/>
              </a:rPr>
              <a:t>(</a:t>
            </a:r>
            <a:r>
              <a:rPr lang="en-US" dirty="0">
                <a:solidFill>
                  <a:srgbClr val="001080"/>
                </a:solidFill>
                <a:latin typeface="Consolas"/>
              </a:rPr>
              <a:t>title</a:t>
            </a:r>
            <a:r>
              <a:rPr lang="en-US" dirty="0">
                <a:solidFill>
                  <a:srgbClr val="000000"/>
                </a:solidFill>
                <a:latin typeface="Consolas"/>
              </a:rPr>
              <a:t>:</a:t>
            </a:r>
            <a:r>
              <a:rPr lang="en-US" dirty="0">
                <a:solidFill>
                  <a:srgbClr val="3B3B3B"/>
                </a:solidFill>
                <a:latin typeface="Consolas"/>
              </a:rPr>
              <a:t> </a:t>
            </a:r>
            <a:r>
              <a:rPr lang="en-US" dirty="0">
                <a:solidFill>
                  <a:srgbClr val="0000FF"/>
                </a:solidFill>
                <a:latin typeface="Consolas"/>
              </a:rPr>
              <a:t>const</a:t>
            </a:r>
            <a:r>
              <a:rPr lang="en-US" dirty="0">
                <a:solidFill>
                  <a:srgbClr val="3B3B3B"/>
                </a:solidFill>
                <a:latin typeface="Consolas"/>
              </a:rPr>
              <a:t> </a:t>
            </a:r>
            <a:r>
              <a:rPr lang="en-US" dirty="0">
                <a:solidFill>
                  <a:srgbClr val="267F99"/>
                </a:solidFill>
                <a:latin typeface="Consolas"/>
              </a:rPr>
              <a:t>Text</a:t>
            </a:r>
            <a:r>
              <a:rPr lang="en-US" dirty="0">
                <a:solidFill>
                  <a:srgbClr val="3B3B3B"/>
                </a:solidFill>
                <a:latin typeface="Consolas"/>
              </a:rPr>
              <a:t>(</a:t>
            </a:r>
            <a:r>
              <a:rPr lang="en-US" dirty="0">
                <a:solidFill>
                  <a:srgbClr val="A31515"/>
                </a:solidFill>
                <a:latin typeface="Consolas"/>
              </a:rPr>
              <a:t>'</a:t>
            </a:r>
            <a:r>
              <a:rPr lang="en-US" dirty="0" err="1">
                <a:solidFill>
                  <a:srgbClr val="A31515"/>
                </a:solidFill>
                <a:latin typeface="Consolas"/>
              </a:rPr>
              <a:t>InheritedWidget</a:t>
            </a:r>
            <a:r>
              <a:rPr lang="en-US" dirty="0">
                <a:solidFill>
                  <a:srgbClr val="A31515"/>
                </a:solidFill>
                <a:latin typeface="Consolas"/>
              </a:rPr>
              <a:t> Demo'</a:t>
            </a:r>
            <a:r>
              <a:rPr lang="en-US" dirty="0">
                <a:solidFill>
                  <a:srgbClr val="3B3B3B"/>
                </a:solidFill>
                <a:latin typeface="Consolas"/>
              </a:rPr>
              <a:t>)),</a:t>
            </a:r>
            <a:endParaRPr lang="en-US" dirty="0">
              <a:solidFill>
                <a:srgbClr val="000000"/>
              </a:solidFill>
              <a:latin typeface="Consolas"/>
            </a:endParaRPr>
          </a:p>
          <a:p>
            <a:r>
              <a:rPr lang="en-US" dirty="0">
                <a:solidFill>
                  <a:srgbClr val="3B3B3B"/>
                </a:solidFill>
                <a:latin typeface="Consolas"/>
              </a:rPr>
              <a:t>      </a:t>
            </a:r>
            <a:r>
              <a:rPr lang="en-US" dirty="0">
                <a:solidFill>
                  <a:srgbClr val="001080"/>
                </a:solidFill>
                <a:latin typeface="Consolas"/>
              </a:rPr>
              <a:t>body</a:t>
            </a:r>
            <a:r>
              <a:rPr lang="en-US" dirty="0">
                <a:solidFill>
                  <a:srgbClr val="000000"/>
                </a:solidFill>
                <a:latin typeface="Consolas"/>
              </a:rPr>
              <a:t>:</a:t>
            </a:r>
            <a:r>
              <a:rPr lang="en-US" dirty="0">
                <a:solidFill>
                  <a:srgbClr val="3B3B3B"/>
                </a:solidFill>
                <a:latin typeface="Consolas"/>
              </a:rPr>
              <a:t> </a:t>
            </a:r>
            <a:r>
              <a:rPr lang="en-US" dirty="0">
                <a:solidFill>
                  <a:srgbClr val="267F99"/>
                </a:solidFill>
                <a:latin typeface="Consolas"/>
              </a:rPr>
              <a:t>Center</a:t>
            </a:r>
            <a:r>
              <a:rPr lang="en-US" dirty="0">
                <a:solidFill>
                  <a:srgbClr val="3B3B3B"/>
                </a:solidFill>
                <a:latin typeface="Consolas"/>
              </a:rPr>
              <a:t>(</a:t>
            </a:r>
            <a:endParaRPr lang="en-US" dirty="0">
              <a:solidFill>
                <a:srgbClr val="000000"/>
              </a:solidFill>
              <a:latin typeface="Consolas"/>
            </a:endParaRPr>
          </a:p>
          <a:p>
            <a:r>
              <a:rPr lang="en-US" dirty="0">
                <a:solidFill>
                  <a:srgbClr val="001080"/>
                </a:solidFill>
                <a:latin typeface="Consolas"/>
              </a:rPr>
              <a:t>      child</a:t>
            </a:r>
            <a:r>
              <a:rPr lang="en-US" dirty="0">
                <a:latin typeface="Consolas"/>
              </a:rPr>
              <a:t>:</a:t>
            </a:r>
            <a:r>
              <a:rPr lang="en-US" dirty="0">
                <a:solidFill>
                  <a:srgbClr val="3B3B3B"/>
                </a:solidFill>
                <a:latin typeface="Consolas"/>
              </a:rPr>
              <a:t> </a:t>
            </a:r>
            <a:r>
              <a:rPr lang="en-US" dirty="0">
                <a:solidFill>
                  <a:srgbClr val="267F99"/>
                </a:solidFill>
                <a:latin typeface="Consolas"/>
              </a:rPr>
              <a:t>Text</a:t>
            </a:r>
            <a:r>
              <a:rPr lang="en-US" dirty="0">
                <a:solidFill>
                  <a:srgbClr val="3B3B3B"/>
                </a:solidFill>
                <a:latin typeface="Consolas"/>
              </a:rPr>
              <a:t>(</a:t>
            </a:r>
            <a:endParaRPr lang="en-US">
              <a:latin typeface="Consolas"/>
            </a:endParaRPr>
          </a:p>
          <a:p>
            <a:r>
              <a:rPr lang="en-US" dirty="0">
                <a:solidFill>
                  <a:srgbClr val="3B3B3B"/>
                </a:solidFill>
                <a:latin typeface="Consolas"/>
              </a:rPr>
              <a:t>          </a:t>
            </a:r>
            <a:r>
              <a:rPr lang="en-US" dirty="0">
                <a:solidFill>
                  <a:srgbClr val="A31515"/>
                </a:solidFill>
                <a:latin typeface="Consolas"/>
              </a:rPr>
              <a:t>'</a:t>
            </a:r>
            <a:r>
              <a:rPr lang="en-US" dirty="0" err="1">
                <a:solidFill>
                  <a:srgbClr val="A31515"/>
                </a:solidFill>
                <a:latin typeface="Consolas"/>
              </a:rPr>
              <a:t>Giá</a:t>
            </a:r>
            <a:r>
              <a:rPr lang="en-US" dirty="0">
                <a:solidFill>
                  <a:srgbClr val="A31515"/>
                </a:solidFill>
                <a:latin typeface="Consolas"/>
              </a:rPr>
              <a:t> </a:t>
            </a:r>
            <a:r>
              <a:rPr lang="en-US" dirty="0" err="1">
                <a:solidFill>
                  <a:srgbClr val="A31515"/>
                </a:solidFill>
                <a:latin typeface="Consolas"/>
              </a:rPr>
              <a:t>trị</a:t>
            </a:r>
            <a:r>
              <a:rPr lang="en-US" dirty="0">
                <a:solidFill>
                  <a:srgbClr val="A31515"/>
                </a:solidFill>
                <a:latin typeface="Consolas"/>
              </a:rPr>
              <a:t>: </a:t>
            </a:r>
            <a:r>
              <a:rPr lang="en-US" dirty="0">
                <a:latin typeface="Consolas"/>
              </a:rPr>
              <a:t>${</a:t>
            </a:r>
            <a:r>
              <a:rPr lang="en-US" dirty="0" err="1">
                <a:solidFill>
                  <a:srgbClr val="001080"/>
                </a:solidFill>
                <a:latin typeface="Consolas"/>
              </a:rPr>
              <a:t>counter</a:t>
            </a:r>
            <a:r>
              <a:rPr lang="en-US" dirty="0" err="1">
                <a:latin typeface="Consolas"/>
              </a:rPr>
              <a:t>.</a:t>
            </a:r>
            <a:r>
              <a:rPr lang="en-US" dirty="0" err="1">
                <a:solidFill>
                  <a:srgbClr val="001080"/>
                </a:solidFill>
                <a:latin typeface="Consolas"/>
              </a:rPr>
              <a:t>value</a:t>
            </a:r>
            <a:r>
              <a:rPr lang="en-US" dirty="0">
                <a:latin typeface="Consolas"/>
              </a:rPr>
              <a:t>}</a:t>
            </a:r>
            <a:r>
              <a:rPr lang="en-US" dirty="0">
                <a:solidFill>
                  <a:srgbClr val="A31515"/>
                </a:solidFill>
                <a:latin typeface="Consolas"/>
              </a:rPr>
              <a:t>'</a:t>
            </a:r>
            <a:r>
              <a:rPr lang="en-US" dirty="0">
                <a:solidFill>
                  <a:srgbClr val="3B3B3B"/>
                </a:solidFill>
                <a:latin typeface="Consolas"/>
              </a:rPr>
              <a:t>,</a:t>
            </a:r>
            <a:endParaRPr lang="en-US" dirty="0">
              <a:latin typeface="Consolas"/>
            </a:endParaRPr>
          </a:p>
          <a:p>
            <a:r>
              <a:rPr lang="en-US" dirty="0">
                <a:solidFill>
                  <a:srgbClr val="3B3B3B"/>
                </a:solidFill>
                <a:latin typeface="Consolas"/>
              </a:rPr>
              <a:t>          </a:t>
            </a:r>
            <a:r>
              <a:rPr lang="en-US" dirty="0">
                <a:solidFill>
                  <a:srgbClr val="001080"/>
                </a:solidFill>
                <a:latin typeface="Consolas"/>
              </a:rPr>
              <a:t>style</a:t>
            </a:r>
            <a:r>
              <a:rPr lang="en-US" dirty="0">
                <a:latin typeface="Consolas"/>
              </a:rPr>
              <a:t>:</a:t>
            </a:r>
            <a:r>
              <a:rPr lang="en-US" dirty="0">
                <a:solidFill>
                  <a:srgbClr val="3B3B3B"/>
                </a:solidFill>
                <a:latin typeface="Consolas"/>
              </a:rPr>
              <a:t> </a:t>
            </a:r>
            <a:r>
              <a:rPr lang="en-US" dirty="0">
                <a:solidFill>
                  <a:srgbClr val="0000FF"/>
                </a:solidFill>
                <a:latin typeface="Consolas"/>
              </a:rPr>
              <a:t>const</a:t>
            </a:r>
            <a:r>
              <a:rPr lang="en-US" dirty="0">
                <a:solidFill>
                  <a:srgbClr val="3B3B3B"/>
                </a:solidFill>
                <a:latin typeface="Consolas"/>
              </a:rPr>
              <a:t> </a:t>
            </a:r>
            <a:r>
              <a:rPr lang="en-US" dirty="0" err="1">
                <a:solidFill>
                  <a:srgbClr val="267F99"/>
                </a:solidFill>
                <a:latin typeface="Consolas"/>
              </a:rPr>
              <a:t>TextStyle</a:t>
            </a:r>
            <a:r>
              <a:rPr lang="en-US" dirty="0">
                <a:solidFill>
                  <a:srgbClr val="3B3B3B"/>
                </a:solidFill>
                <a:latin typeface="Consolas"/>
              </a:rPr>
              <a:t>(</a:t>
            </a:r>
            <a:r>
              <a:rPr lang="en-US" dirty="0" err="1">
                <a:solidFill>
                  <a:srgbClr val="001080"/>
                </a:solidFill>
                <a:latin typeface="Consolas"/>
              </a:rPr>
              <a:t>fontSize</a:t>
            </a:r>
            <a:r>
              <a:rPr lang="en-US" dirty="0">
                <a:latin typeface="Consolas"/>
              </a:rPr>
              <a:t>:</a:t>
            </a:r>
            <a:r>
              <a:rPr lang="en-US" dirty="0">
                <a:solidFill>
                  <a:srgbClr val="3B3B3B"/>
                </a:solidFill>
                <a:latin typeface="Consolas"/>
              </a:rPr>
              <a:t> </a:t>
            </a:r>
            <a:r>
              <a:rPr lang="en-US" dirty="0">
                <a:solidFill>
                  <a:srgbClr val="098658"/>
                </a:solidFill>
                <a:latin typeface="Consolas"/>
              </a:rPr>
              <a:t>24</a:t>
            </a:r>
            <a:r>
              <a:rPr lang="en-US" dirty="0">
                <a:solidFill>
                  <a:srgbClr val="3B3B3B"/>
                </a:solidFill>
                <a:latin typeface="Consolas"/>
              </a:rPr>
              <a:t>),</a:t>
            </a:r>
            <a:endParaRPr lang="en-US" dirty="0">
              <a:latin typeface="Consolas"/>
            </a:endParaRPr>
          </a:p>
          <a:p>
            <a:r>
              <a:rPr lang="en-US" dirty="0">
                <a:solidFill>
                  <a:srgbClr val="3B3B3B"/>
                </a:solidFill>
                <a:latin typeface="Consolas"/>
              </a:rPr>
              <a:t>        ),</a:t>
            </a:r>
            <a:endParaRPr lang="en-US" dirty="0">
              <a:latin typeface="Consolas"/>
            </a:endParaRPr>
          </a:p>
          <a:p>
            <a:r>
              <a:rPr lang="en-US" dirty="0">
                <a:solidFill>
                  <a:srgbClr val="3B3B3B"/>
                </a:solidFill>
                <a:latin typeface="Consolas"/>
              </a:rPr>
              <a:t>      ),</a:t>
            </a:r>
            <a:endParaRPr lang="en-US" dirty="0">
              <a:latin typeface="Consolas"/>
            </a:endParaRPr>
          </a:p>
          <a:p>
            <a:r>
              <a:rPr lang="en-US" dirty="0">
                <a:solidFill>
                  <a:srgbClr val="3B3B3B"/>
                </a:solidFill>
                <a:latin typeface="Consolas"/>
              </a:rPr>
              <a:t>      </a:t>
            </a:r>
            <a:r>
              <a:rPr lang="en-US" dirty="0" err="1">
                <a:solidFill>
                  <a:srgbClr val="001080"/>
                </a:solidFill>
                <a:latin typeface="Consolas"/>
              </a:rPr>
              <a:t>floatingActionButton</a:t>
            </a:r>
            <a:r>
              <a:rPr lang="en-US" dirty="0">
                <a:latin typeface="Consolas"/>
              </a:rPr>
              <a:t>:</a:t>
            </a:r>
            <a:r>
              <a:rPr lang="en-US" dirty="0">
                <a:solidFill>
                  <a:srgbClr val="3B3B3B"/>
                </a:solidFill>
                <a:latin typeface="Consolas"/>
              </a:rPr>
              <a:t> </a:t>
            </a:r>
            <a:r>
              <a:rPr lang="en-US" dirty="0" err="1">
                <a:solidFill>
                  <a:srgbClr val="267F99"/>
                </a:solidFill>
                <a:latin typeface="Consolas"/>
              </a:rPr>
              <a:t>FloatingActionButton</a:t>
            </a:r>
            <a:r>
              <a:rPr lang="en-US" dirty="0">
                <a:solidFill>
                  <a:srgbClr val="3B3B3B"/>
                </a:solidFill>
                <a:latin typeface="Consolas"/>
              </a:rPr>
              <a:t>(</a:t>
            </a:r>
            <a:endParaRPr lang="en-US" dirty="0">
              <a:latin typeface="Consolas"/>
            </a:endParaRPr>
          </a:p>
          <a:p>
            <a:r>
              <a:rPr lang="en-US" dirty="0">
                <a:solidFill>
                  <a:srgbClr val="3B3B3B"/>
                </a:solidFill>
                <a:latin typeface="Consolas"/>
              </a:rPr>
              <a:t>        </a:t>
            </a:r>
            <a:r>
              <a:rPr lang="en-US" dirty="0" err="1">
                <a:solidFill>
                  <a:srgbClr val="001080"/>
                </a:solidFill>
                <a:latin typeface="Consolas"/>
              </a:rPr>
              <a:t>onPressed</a:t>
            </a:r>
            <a:r>
              <a:rPr lang="en-US" dirty="0">
                <a:latin typeface="Consolas"/>
              </a:rPr>
              <a:t>:</a:t>
            </a:r>
            <a:r>
              <a:rPr lang="en-US" dirty="0">
                <a:solidFill>
                  <a:srgbClr val="3B3B3B"/>
                </a:solidFill>
                <a:latin typeface="Consolas"/>
              </a:rPr>
              <a:t> () {</a:t>
            </a:r>
            <a:endParaRPr lang="en-US" dirty="0">
              <a:latin typeface="Consolas"/>
            </a:endParaRPr>
          </a:p>
          <a:p>
            <a:r>
              <a:rPr lang="en-US" dirty="0">
                <a:solidFill>
                  <a:srgbClr val="3B3B3B"/>
                </a:solidFill>
                <a:latin typeface="Consolas"/>
              </a:rPr>
              <a:t>          </a:t>
            </a:r>
            <a:r>
              <a:rPr lang="en-US" dirty="0" err="1">
                <a:solidFill>
                  <a:srgbClr val="795E26"/>
                </a:solidFill>
                <a:latin typeface="Consolas"/>
              </a:rPr>
              <a:t>setState</a:t>
            </a:r>
            <a:r>
              <a:rPr lang="en-US" dirty="0">
                <a:solidFill>
                  <a:srgbClr val="3B3B3B"/>
                </a:solidFill>
                <a:latin typeface="Consolas"/>
              </a:rPr>
              <a:t>(() {</a:t>
            </a:r>
            <a:endParaRPr lang="en-US" dirty="0">
              <a:latin typeface="Consolas"/>
            </a:endParaRPr>
          </a:p>
          <a:p>
            <a:r>
              <a:rPr lang="en-US" dirty="0">
                <a:solidFill>
                  <a:srgbClr val="3B3B3B"/>
                </a:solidFill>
                <a:latin typeface="Consolas"/>
              </a:rPr>
              <a:t>            </a:t>
            </a:r>
            <a:r>
              <a:rPr lang="en-US" dirty="0" err="1">
                <a:solidFill>
                  <a:srgbClr val="001080"/>
                </a:solidFill>
                <a:latin typeface="Consolas"/>
              </a:rPr>
              <a:t>counter</a:t>
            </a:r>
            <a:r>
              <a:rPr lang="en-US" dirty="0" err="1">
                <a:solidFill>
                  <a:srgbClr val="3B3B3B"/>
                </a:solidFill>
                <a:latin typeface="Consolas"/>
              </a:rPr>
              <a:t>.</a:t>
            </a:r>
            <a:r>
              <a:rPr lang="en-US" dirty="0" err="1">
                <a:solidFill>
                  <a:srgbClr val="795E26"/>
                </a:solidFill>
                <a:latin typeface="Consolas"/>
              </a:rPr>
              <a:t>increment</a:t>
            </a:r>
            <a:r>
              <a:rPr lang="en-US" dirty="0">
                <a:solidFill>
                  <a:srgbClr val="3B3B3B"/>
                </a:solidFill>
                <a:latin typeface="Consolas"/>
              </a:rPr>
              <a:t>();</a:t>
            </a:r>
            <a:endParaRPr lang="en-US" dirty="0">
              <a:latin typeface="Consolas"/>
            </a:endParaRPr>
          </a:p>
          <a:p>
            <a:r>
              <a:rPr lang="en-US" dirty="0">
                <a:solidFill>
                  <a:srgbClr val="3B3B3B"/>
                </a:solidFill>
                <a:latin typeface="Consolas"/>
              </a:rPr>
              <a:t>          });</a:t>
            </a:r>
            <a:endParaRPr lang="en-US" dirty="0">
              <a:latin typeface="Consolas"/>
            </a:endParaRPr>
          </a:p>
          <a:p>
            <a:r>
              <a:rPr lang="en-US" dirty="0">
                <a:solidFill>
                  <a:srgbClr val="3B3B3B"/>
                </a:solidFill>
                <a:latin typeface="Consolas"/>
              </a:rPr>
              <a:t>        },</a:t>
            </a:r>
            <a:endParaRPr lang="en-US" dirty="0">
              <a:latin typeface="Consolas"/>
            </a:endParaRPr>
          </a:p>
          <a:p>
            <a:r>
              <a:rPr lang="en-US" dirty="0">
                <a:solidFill>
                  <a:srgbClr val="3B3B3B"/>
                </a:solidFill>
                <a:latin typeface="Consolas"/>
              </a:rPr>
              <a:t>        </a:t>
            </a:r>
            <a:r>
              <a:rPr lang="en-US" dirty="0">
                <a:solidFill>
                  <a:srgbClr val="001080"/>
                </a:solidFill>
                <a:latin typeface="Consolas"/>
              </a:rPr>
              <a:t>child</a:t>
            </a:r>
            <a:r>
              <a:rPr lang="en-US" dirty="0">
                <a:latin typeface="Consolas"/>
              </a:rPr>
              <a:t>:</a:t>
            </a:r>
            <a:r>
              <a:rPr lang="en-US" dirty="0">
                <a:solidFill>
                  <a:srgbClr val="3B3B3B"/>
                </a:solidFill>
                <a:latin typeface="Consolas"/>
              </a:rPr>
              <a:t> </a:t>
            </a:r>
            <a:r>
              <a:rPr lang="en-US" dirty="0">
                <a:solidFill>
                  <a:srgbClr val="0000FF"/>
                </a:solidFill>
                <a:latin typeface="Consolas"/>
              </a:rPr>
              <a:t>const</a:t>
            </a:r>
            <a:r>
              <a:rPr lang="en-US" dirty="0">
                <a:solidFill>
                  <a:srgbClr val="3B3B3B"/>
                </a:solidFill>
                <a:latin typeface="Consolas"/>
              </a:rPr>
              <a:t> </a:t>
            </a:r>
            <a:r>
              <a:rPr lang="en-US" dirty="0">
                <a:solidFill>
                  <a:srgbClr val="267F99"/>
                </a:solidFill>
                <a:latin typeface="Consolas"/>
              </a:rPr>
              <a:t>Icon</a:t>
            </a:r>
            <a:r>
              <a:rPr lang="en-US" dirty="0">
                <a:solidFill>
                  <a:srgbClr val="3B3B3B"/>
                </a:solidFill>
                <a:latin typeface="Consolas"/>
              </a:rPr>
              <a:t>(</a:t>
            </a:r>
            <a:r>
              <a:rPr lang="en-US" dirty="0" err="1">
                <a:solidFill>
                  <a:srgbClr val="267F99"/>
                </a:solidFill>
                <a:latin typeface="Consolas"/>
              </a:rPr>
              <a:t>Icons</a:t>
            </a:r>
            <a:r>
              <a:rPr lang="en-US" dirty="0" err="1">
                <a:solidFill>
                  <a:srgbClr val="3B3B3B"/>
                </a:solidFill>
                <a:latin typeface="Consolas"/>
              </a:rPr>
              <a:t>.</a:t>
            </a:r>
            <a:r>
              <a:rPr lang="en-US" dirty="0" err="1">
                <a:solidFill>
                  <a:srgbClr val="001080"/>
                </a:solidFill>
                <a:latin typeface="Consolas"/>
              </a:rPr>
              <a:t>add</a:t>
            </a:r>
            <a:r>
              <a:rPr lang="en-US" dirty="0">
                <a:solidFill>
                  <a:srgbClr val="3B3B3B"/>
                </a:solidFill>
                <a:latin typeface="Consolas"/>
              </a:rPr>
              <a:t>),</a:t>
            </a:r>
            <a:endParaRPr lang="en-US" dirty="0">
              <a:latin typeface="Consolas"/>
            </a:endParaRPr>
          </a:p>
          <a:p>
            <a:r>
              <a:rPr lang="en-US" dirty="0">
                <a:solidFill>
                  <a:srgbClr val="3B3B3B"/>
                </a:solidFill>
                <a:latin typeface="Consolas"/>
              </a:rPr>
              <a:t>      ),</a:t>
            </a:r>
            <a:endParaRPr lang="en-US" dirty="0">
              <a:latin typeface="Consolas"/>
            </a:endParaRPr>
          </a:p>
          <a:p>
            <a:r>
              <a:rPr lang="en-US" dirty="0">
                <a:solidFill>
                  <a:srgbClr val="3B3B3B"/>
                </a:solidFill>
                <a:latin typeface="Consolas"/>
              </a:rPr>
              <a:t>    );</a:t>
            </a:r>
            <a:endParaRPr lang="en-US" dirty="0">
              <a:latin typeface="Consolas"/>
            </a:endParaRPr>
          </a:p>
          <a:p>
            <a:r>
              <a:rPr lang="en-US" dirty="0">
                <a:solidFill>
                  <a:srgbClr val="3B3B3B"/>
                </a:solidFill>
                <a:latin typeface="Consolas"/>
              </a:rPr>
              <a:t>  }</a:t>
            </a:r>
            <a:endParaRPr lang="en-US" dirty="0">
              <a:latin typeface="Consolas"/>
            </a:endParaRPr>
          </a:p>
          <a:p>
            <a:r>
              <a:rPr lang="en-US" dirty="0">
                <a:solidFill>
                  <a:srgbClr val="3B3B3B"/>
                </a:solidFill>
                <a:latin typeface="Consolas"/>
              </a:rPr>
              <a:t>}</a:t>
            </a:r>
            <a:endParaRPr lang="en-US" dirty="0">
              <a:latin typeface="Consolas"/>
            </a:endParaRPr>
          </a:p>
          <a:p>
            <a:pPr algn="l"/>
            <a:endParaRPr lang="en-US" dirty="0"/>
          </a:p>
        </p:txBody>
      </p:sp>
      <p:cxnSp>
        <p:nvCxnSpPr>
          <p:cNvPr id="5" name="Straight Arrow Connector 4">
            <a:extLst>
              <a:ext uri="{FF2B5EF4-FFF2-40B4-BE49-F238E27FC236}">
                <a16:creationId xmlns:a16="http://schemas.microsoft.com/office/drawing/2014/main" id="{C6E5EA97-68D2-08D6-F95C-D4D2CFB33946}"/>
              </a:ext>
            </a:extLst>
          </p:cNvPr>
          <p:cNvCxnSpPr/>
          <p:nvPr/>
        </p:nvCxnSpPr>
        <p:spPr>
          <a:xfrm flipH="1">
            <a:off x="5893907" y="1228791"/>
            <a:ext cx="8585" cy="5625921"/>
          </a:xfrm>
          <a:prstGeom prst="straightConnector1">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812000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6000">
              <a:schemeClr val="tx1"/>
            </a:gs>
            <a:gs pos="2000">
              <a:schemeClr val="bg1"/>
            </a:gs>
            <a:gs pos="11000">
              <a:schemeClr val="bg1"/>
            </a:gs>
          </a:gsLst>
          <a:lin ang="2400000" scaled="0"/>
          <a:tileRect/>
        </a:gradFill>
        <a:effectLst/>
      </p:bgPr>
    </p:bg>
    <p:spTree>
      <p:nvGrpSpPr>
        <p:cNvPr id="1" name="">
          <a:extLst>
            <a:ext uri="{FF2B5EF4-FFF2-40B4-BE49-F238E27FC236}">
              <a16:creationId xmlns:a16="http://schemas.microsoft.com/office/drawing/2014/main" id="{848B7529-9BBD-2BC9-FC08-7FBD741890F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01A2466-ECC1-1C34-EF71-D8A614BF99A6}"/>
              </a:ext>
            </a:extLst>
          </p:cNvPr>
          <p:cNvSpPr txBox="1"/>
          <p:nvPr/>
        </p:nvSpPr>
        <p:spPr>
          <a:xfrm>
            <a:off x="731672" y="531611"/>
            <a:ext cx="8987692" cy="584775"/>
          </a:xfrm>
          <a:prstGeom prst="rect">
            <a:avLst/>
          </a:prstGeom>
          <a:noFill/>
          <a:ln>
            <a:noFill/>
          </a:ln>
        </p:spPr>
        <p:txBody>
          <a:bodyPr wrap="square" lIns="91440" tIns="45720" rIns="91440" bIns="45720" anchor="t">
            <a:spAutoFit/>
          </a:bodyPr>
          <a:lstStyle/>
          <a:p>
            <a:r>
              <a:rPr lang="en-US" sz="3200" b="1" dirty="0">
                <a:ln w="25400" cap="sq">
                  <a:noFill/>
                  <a:miter lim="800000"/>
                </a:ln>
                <a:effectLst>
                  <a:glow rad="177800">
                    <a:prstClr val="white">
                      <a:alpha val="86000"/>
                    </a:prstClr>
                  </a:glow>
                </a:effectLst>
                <a:latin typeface="Aptos"/>
                <a:ea typeface="Tahoma"/>
                <a:cs typeface="Tahoma"/>
              </a:rPr>
              <a:t>Tài </a:t>
            </a:r>
            <a:r>
              <a:rPr lang="en-US" sz="3200" b="1" dirty="0" err="1">
                <a:ln w="25400" cap="sq">
                  <a:noFill/>
                  <a:miter lim="800000"/>
                </a:ln>
                <a:effectLst>
                  <a:glow rad="177800">
                    <a:prstClr val="white">
                      <a:alpha val="86000"/>
                    </a:prstClr>
                  </a:glow>
                </a:effectLst>
                <a:latin typeface="Aptos"/>
                <a:ea typeface="Tahoma"/>
                <a:cs typeface="Tahoma"/>
              </a:rPr>
              <a:t>liệu</a:t>
            </a:r>
            <a:r>
              <a:rPr lang="en-US" sz="3200" b="1" dirty="0">
                <a:ln w="25400" cap="sq">
                  <a:noFill/>
                  <a:miter lim="800000"/>
                </a:ln>
                <a:effectLst>
                  <a:glow rad="177800">
                    <a:prstClr val="white">
                      <a:alpha val="86000"/>
                    </a:prstClr>
                  </a:glow>
                </a:effectLst>
                <a:latin typeface="Aptos"/>
                <a:ea typeface="Tahoma"/>
                <a:cs typeface="Tahoma"/>
              </a:rPr>
              <a:t> </a:t>
            </a:r>
            <a:r>
              <a:rPr lang="en-US" sz="3200" b="1" dirty="0" err="1">
                <a:ln w="25400" cap="sq">
                  <a:noFill/>
                  <a:miter lim="800000"/>
                </a:ln>
                <a:effectLst>
                  <a:glow rad="177800">
                    <a:prstClr val="white">
                      <a:alpha val="86000"/>
                    </a:prstClr>
                  </a:glow>
                </a:effectLst>
                <a:latin typeface="Aptos"/>
                <a:ea typeface="Tahoma"/>
                <a:cs typeface="Tahoma"/>
              </a:rPr>
              <a:t>tham</a:t>
            </a:r>
            <a:r>
              <a:rPr lang="en-US" sz="3200" b="1" dirty="0">
                <a:ln w="25400" cap="sq">
                  <a:noFill/>
                  <a:miter lim="800000"/>
                </a:ln>
                <a:effectLst>
                  <a:glow rad="177800">
                    <a:prstClr val="white">
                      <a:alpha val="86000"/>
                    </a:prstClr>
                  </a:glow>
                </a:effectLst>
                <a:latin typeface="Aptos"/>
                <a:ea typeface="Tahoma"/>
                <a:cs typeface="Tahoma"/>
              </a:rPr>
              <a:t> </a:t>
            </a:r>
            <a:r>
              <a:rPr lang="en-US" sz="3200" b="1" dirty="0" err="1">
                <a:ln w="25400" cap="sq">
                  <a:noFill/>
                  <a:miter lim="800000"/>
                </a:ln>
                <a:effectLst>
                  <a:glow rad="177800">
                    <a:prstClr val="white">
                      <a:alpha val="86000"/>
                    </a:prstClr>
                  </a:glow>
                </a:effectLst>
                <a:latin typeface="Aptos"/>
                <a:ea typeface="Tahoma"/>
                <a:cs typeface="Tahoma"/>
              </a:rPr>
              <a:t>khảo</a:t>
            </a:r>
          </a:p>
        </p:txBody>
      </p:sp>
      <p:cxnSp>
        <p:nvCxnSpPr>
          <p:cNvPr id="8" name="Straight Connector 7">
            <a:extLst>
              <a:ext uri="{FF2B5EF4-FFF2-40B4-BE49-F238E27FC236}">
                <a16:creationId xmlns:a16="http://schemas.microsoft.com/office/drawing/2014/main" id="{7BA7907E-150B-03EE-105D-71C21991D17B}"/>
              </a:ext>
            </a:extLst>
          </p:cNvPr>
          <p:cNvCxnSpPr>
            <a:cxnSpLocks/>
          </p:cNvCxnSpPr>
          <p:nvPr/>
        </p:nvCxnSpPr>
        <p:spPr>
          <a:xfrm flipV="1">
            <a:off x="129945" y="1103948"/>
            <a:ext cx="4072412" cy="21465"/>
          </a:xfrm>
          <a:prstGeom prst="line">
            <a:avLst/>
          </a:prstGeom>
          <a:ln w="6350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B4FBBB38-9200-58F1-7582-74952B20FEC0}"/>
              </a:ext>
            </a:extLst>
          </p:cNvPr>
          <p:cNvSpPr txBox="1"/>
          <p:nvPr/>
        </p:nvSpPr>
        <p:spPr>
          <a:xfrm>
            <a:off x="729803" y="1228859"/>
            <a:ext cx="11870027"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Tahoma"/>
                <a:ea typeface="Tahoma"/>
                <a:cs typeface="Tahoma"/>
              </a:rPr>
              <a:t>Tài </a:t>
            </a:r>
            <a:r>
              <a:rPr lang="en-US" sz="2000" b="1" err="1">
                <a:latin typeface="Tahoma"/>
                <a:ea typeface="Tahoma"/>
                <a:cs typeface="Tahoma"/>
              </a:rPr>
              <a:t>liệu</a:t>
            </a:r>
            <a:r>
              <a:rPr lang="en-US" sz="2000" b="1" dirty="0">
                <a:latin typeface="Tahoma"/>
                <a:ea typeface="Tahoma"/>
                <a:cs typeface="Tahoma"/>
              </a:rPr>
              <a:t> </a:t>
            </a:r>
            <a:r>
              <a:rPr lang="en-US" sz="2000" b="1" err="1">
                <a:latin typeface="Tahoma"/>
                <a:ea typeface="Tahoma"/>
                <a:cs typeface="Tahoma"/>
              </a:rPr>
              <a:t>chính</a:t>
            </a:r>
            <a:r>
              <a:rPr lang="en-US" sz="2000" b="1" dirty="0">
                <a:latin typeface="Tahoma"/>
                <a:ea typeface="Tahoma"/>
                <a:cs typeface="Tahoma"/>
              </a:rPr>
              <a:t> </a:t>
            </a:r>
            <a:r>
              <a:rPr lang="en-US" sz="2000" b="1" err="1">
                <a:latin typeface="Tahoma"/>
                <a:ea typeface="Tahoma"/>
                <a:cs typeface="Tahoma"/>
              </a:rPr>
              <a:t>thức</a:t>
            </a:r>
            <a:r>
              <a:rPr lang="en-US" sz="2000" b="1" dirty="0">
                <a:latin typeface="Tahoma"/>
                <a:ea typeface="Tahoma"/>
                <a:cs typeface="Tahoma"/>
              </a:rPr>
              <a:t> </a:t>
            </a:r>
            <a:r>
              <a:rPr lang="en-US" sz="2000" b="1" err="1">
                <a:latin typeface="Tahoma"/>
                <a:ea typeface="Tahoma"/>
                <a:cs typeface="Tahoma"/>
              </a:rPr>
              <a:t>của</a:t>
            </a:r>
            <a:r>
              <a:rPr lang="en-US" sz="2000" b="1" dirty="0">
                <a:latin typeface="Tahoma"/>
                <a:ea typeface="Tahoma"/>
                <a:cs typeface="Tahoma"/>
              </a:rPr>
              <a:t> Flutter</a:t>
            </a:r>
          </a:p>
          <a:p>
            <a:pPr marL="228600" indent="-228600">
              <a:buFont typeface=""/>
              <a:buChar char="•"/>
            </a:pPr>
            <a:r>
              <a:rPr lang="en-US" sz="2000" b="1" err="1">
                <a:latin typeface="Tahoma"/>
                <a:ea typeface="Tahoma"/>
                <a:cs typeface="Tahoma"/>
              </a:rPr>
              <a:t>InheritedWidget</a:t>
            </a:r>
            <a:r>
              <a:rPr lang="en-US" sz="2000" b="1" dirty="0">
                <a:latin typeface="Tahoma"/>
                <a:ea typeface="Tahoma"/>
                <a:cs typeface="Tahoma"/>
              </a:rPr>
              <a:t> Class - Flutter Docs</a:t>
            </a:r>
            <a:br>
              <a:rPr lang="en-US" sz="2000" dirty="0">
                <a:latin typeface="Tahoma"/>
              </a:rPr>
            </a:br>
            <a:r>
              <a:rPr lang="en-US" sz="2000" err="1">
                <a:latin typeface="Tahoma"/>
                <a:ea typeface="Tahoma"/>
                <a:cs typeface="Tahoma"/>
              </a:rPr>
              <a:t>Giải</a:t>
            </a:r>
            <a:r>
              <a:rPr lang="en-US" sz="2000" dirty="0">
                <a:latin typeface="Tahoma"/>
                <a:ea typeface="Tahoma"/>
                <a:cs typeface="Tahoma"/>
              </a:rPr>
              <a:t> </a:t>
            </a:r>
            <a:r>
              <a:rPr lang="en-US" sz="2000" err="1">
                <a:latin typeface="Tahoma"/>
                <a:ea typeface="Tahoma"/>
                <a:cs typeface="Tahoma"/>
              </a:rPr>
              <a:t>thích</a:t>
            </a:r>
            <a:r>
              <a:rPr lang="en-US" sz="2000" dirty="0">
                <a:latin typeface="Tahoma"/>
                <a:ea typeface="Tahoma"/>
                <a:cs typeface="Tahoma"/>
              </a:rPr>
              <a:t> chi </a:t>
            </a:r>
            <a:r>
              <a:rPr lang="en-US" sz="2000" err="1">
                <a:latin typeface="Tahoma"/>
                <a:ea typeface="Tahoma"/>
                <a:cs typeface="Tahoma"/>
              </a:rPr>
              <a:t>tiết</a:t>
            </a:r>
            <a:r>
              <a:rPr lang="en-US" sz="2000" dirty="0">
                <a:latin typeface="Tahoma"/>
                <a:ea typeface="Tahoma"/>
                <a:cs typeface="Tahoma"/>
              </a:rPr>
              <a:t> </a:t>
            </a:r>
            <a:r>
              <a:rPr lang="en-US" sz="2000" err="1">
                <a:latin typeface="Tahoma"/>
                <a:ea typeface="Tahoma"/>
                <a:cs typeface="Tahoma"/>
              </a:rPr>
              <a:t>cách</a:t>
            </a:r>
            <a:r>
              <a:rPr lang="en-US" sz="2000" dirty="0">
                <a:latin typeface="Tahoma"/>
                <a:ea typeface="Tahoma"/>
                <a:cs typeface="Tahoma"/>
              </a:rPr>
              <a:t> </a:t>
            </a:r>
            <a:r>
              <a:rPr lang="en-US" sz="2000" err="1">
                <a:latin typeface="Tahoma"/>
                <a:ea typeface="Tahoma"/>
                <a:cs typeface="Tahoma"/>
              </a:rPr>
              <a:t>hoạt</a:t>
            </a:r>
            <a:r>
              <a:rPr lang="en-US" sz="2000" dirty="0">
                <a:latin typeface="Tahoma"/>
                <a:ea typeface="Tahoma"/>
                <a:cs typeface="Tahoma"/>
              </a:rPr>
              <a:t> </a:t>
            </a:r>
            <a:r>
              <a:rPr lang="en-US" sz="2000" err="1">
                <a:latin typeface="Tahoma"/>
                <a:ea typeface="Tahoma"/>
                <a:cs typeface="Tahoma"/>
              </a:rPr>
              <a:t>động</a:t>
            </a:r>
            <a:r>
              <a:rPr lang="en-US" sz="2000" dirty="0">
                <a:latin typeface="Tahoma"/>
                <a:ea typeface="Tahoma"/>
                <a:cs typeface="Tahoma"/>
              </a:rPr>
              <a:t> </a:t>
            </a:r>
            <a:r>
              <a:rPr lang="en-US" sz="2000" err="1">
                <a:latin typeface="Tahoma"/>
                <a:ea typeface="Tahoma"/>
                <a:cs typeface="Tahoma"/>
              </a:rPr>
              <a:t>của</a:t>
            </a:r>
            <a:r>
              <a:rPr lang="en-US" sz="2000" dirty="0">
                <a:latin typeface="Tahoma"/>
                <a:ea typeface="Tahoma"/>
                <a:cs typeface="Tahoma"/>
              </a:rPr>
              <a:t> </a:t>
            </a:r>
            <a:r>
              <a:rPr lang="en-US" sz="2000" err="1">
                <a:latin typeface="Tahoma"/>
                <a:ea typeface="Tahoma"/>
                <a:cs typeface="Tahoma"/>
              </a:rPr>
              <a:t>InheritedWidget</a:t>
            </a:r>
            <a:r>
              <a:rPr lang="en-US" sz="2000" dirty="0">
                <a:latin typeface="Tahoma"/>
                <a:ea typeface="Tahoma"/>
                <a:cs typeface="Tahoma"/>
              </a:rPr>
              <a:t> </a:t>
            </a:r>
            <a:r>
              <a:rPr lang="en-US" sz="2000" err="1">
                <a:latin typeface="Tahoma"/>
                <a:ea typeface="Tahoma"/>
                <a:cs typeface="Tahoma"/>
              </a:rPr>
              <a:t>và</a:t>
            </a:r>
            <a:r>
              <a:rPr lang="en-US" sz="2000" dirty="0">
                <a:latin typeface="Tahoma"/>
                <a:ea typeface="Tahoma"/>
                <a:cs typeface="Tahoma"/>
              </a:rPr>
              <a:t> </a:t>
            </a:r>
            <a:r>
              <a:rPr lang="en-US" sz="2000" err="1">
                <a:latin typeface="Tahoma"/>
                <a:ea typeface="Tahoma"/>
                <a:cs typeface="Tahoma"/>
              </a:rPr>
              <a:t>dependOnInheritedWidgetOfExactType</a:t>
            </a:r>
            <a:r>
              <a:rPr lang="en-US" sz="2000" dirty="0">
                <a:latin typeface="Tahoma"/>
                <a:ea typeface="Tahoma"/>
                <a:cs typeface="Tahoma"/>
              </a:rPr>
              <a:t>.</a:t>
            </a:r>
            <a:br>
              <a:rPr lang="en-US" sz="2000" dirty="0">
                <a:latin typeface="Tahoma"/>
              </a:rPr>
            </a:br>
            <a:r>
              <a:rPr lang="en-US" sz="2000" dirty="0">
                <a:latin typeface="Tahoma"/>
                <a:ea typeface="Tahoma"/>
                <a:cs typeface="Tahoma"/>
              </a:rPr>
              <a:t>🔗 </a:t>
            </a:r>
            <a:r>
              <a:rPr lang="en-US" sz="2000" dirty="0">
                <a:latin typeface="Tahoma"/>
                <a:ea typeface="Tahoma"/>
                <a:cs typeface="Tahoma"/>
                <a:hlinkClick r:id="rId3"/>
              </a:rPr>
              <a:t>https://api.flutter.dev/flutter/widgets/InheritedWidget-class.html</a:t>
            </a:r>
            <a:endParaRPr lang="en-US" sz="2000" dirty="0">
              <a:latin typeface="Tahoma"/>
              <a:ea typeface="Tahoma"/>
              <a:cs typeface="Tahoma"/>
            </a:endParaRPr>
          </a:p>
          <a:p>
            <a:pPr marL="228600" indent="-228600">
              <a:buFont typeface=""/>
              <a:buChar char="•"/>
            </a:pPr>
            <a:r>
              <a:rPr lang="en-US" sz="2000" b="1" err="1">
                <a:latin typeface="Tahoma"/>
                <a:ea typeface="Tahoma"/>
                <a:cs typeface="Tahoma"/>
              </a:rPr>
              <a:t>BuildContext.dependOnInheritedWidgetOfExactType</a:t>
            </a:r>
            <a:r>
              <a:rPr lang="en-US" sz="2000" b="1" dirty="0">
                <a:latin typeface="Tahoma"/>
                <a:ea typeface="Tahoma"/>
                <a:cs typeface="Tahoma"/>
              </a:rPr>
              <a:t>&lt;T&gt;()</a:t>
            </a:r>
            <a:br>
              <a:rPr lang="en-US" sz="2000" dirty="0">
                <a:latin typeface="Tahoma"/>
              </a:rPr>
            </a:br>
            <a:r>
              <a:rPr lang="en-US" sz="2000" err="1">
                <a:latin typeface="Tahoma"/>
                <a:ea typeface="Tahoma"/>
                <a:cs typeface="Tahoma"/>
              </a:rPr>
              <a:t>Hướng</a:t>
            </a:r>
            <a:r>
              <a:rPr lang="en-US" sz="2000" dirty="0">
                <a:latin typeface="Tahoma"/>
                <a:ea typeface="Tahoma"/>
                <a:cs typeface="Tahoma"/>
              </a:rPr>
              <a:t> </a:t>
            </a:r>
            <a:r>
              <a:rPr lang="en-US" sz="2000" err="1">
                <a:latin typeface="Tahoma"/>
                <a:ea typeface="Tahoma"/>
                <a:cs typeface="Tahoma"/>
              </a:rPr>
              <a:t>dẫn</a:t>
            </a:r>
            <a:r>
              <a:rPr lang="en-US" sz="2000" dirty="0">
                <a:latin typeface="Tahoma"/>
                <a:ea typeface="Tahoma"/>
                <a:cs typeface="Tahoma"/>
              </a:rPr>
              <a:t> </a:t>
            </a:r>
            <a:r>
              <a:rPr lang="en-US" sz="2000" err="1">
                <a:latin typeface="Tahoma"/>
                <a:ea typeface="Tahoma"/>
                <a:cs typeface="Tahoma"/>
              </a:rPr>
              <a:t>cách</a:t>
            </a:r>
            <a:r>
              <a:rPr lang="en-US" sz="2000" dirty="0">
                <a:latin typeface="Tahoma"/>
                <a:ea typeface="Tahoma"/>
                <a:cs typeface="Tahoma"/>
              </a:rPr>
              <a:t> </a:t>
            </a:r>
            <a:r>
              <a:rPr lang="en-US" sz="2000" err="1">
                <a:latin typeface="Tahoma"/>
                <a:ea typeface="Tahoma"/>
                <a:cs typeface="Tahoma"/>
              </a:rPr>
              <a:t>truy</a:t>
            </a:r>
            <a:r>
              <a:rPr lang="en-US" sz="2000" dirty="0">
                <a:latin typeface="Tahoma"/>
                <a:ea typeface="Tahoma"/>
                <a:cs typeface="Tahoma"/>
              </a:rPr>
              <a:t> </a:t>
            </a:r>
            <a:r>
              <a:rPr lang="en-US" sz="2000" err="1">
                <a:latin typeface="Tahoma"/>
                <a:ea typeface="Tahoma"/>
                <a:cs typeface="Tahoma"/>
              </a:rPr>
              <a:t>cập</a:t>
            </a:r>
            <a:r>
              <a:rPr lang="en-US" sz="2000" dirty="0">
                <a:latin typeface="Tahoma"/>
                <a:ea typeface="Tahoma"/>
                <a:cs typeface="Tahoma"/>
              </a:rPr>
              <a:t> </a:t>
            </a:r>
            <a:r>
              <a:rPr lang="en-US" sz="2000" err="1">
                <a:latin typeface="Tahoma"/>
                <a:ea typeface="Tahoma"/>
                <a:cs typeface="Tahoma"/>
              </a:rPr>
              <a:t>InheritedWidget</a:t>
            </a:r>
            <a:r>
              <a:rPr lang="en-US" sz="2000" dirty="0">
                <a:latin typeface="Tahoma"/>
                <a:ea typeface="Tahoma"/>
                <a:cs typeface="Tahoma"/>
              </a:rPr>
              <a:t> </a:t>
            </a:r>
            <a:r>
              <a:rPr lang="en-US" sz="2000" err="1">
                <a:latin typeface="Tahoma"/>
                <a:ea typeface="Tahoma"/>
                <a:cs typeface="Tahoma"/>
              </a:rPr>
              <a:t>trong</a:t>
            </a:r>
            <a:r>
              <a:rPr lang="en-US" sz="2000" dirty="0">
                <a:latin typeface="Tahoma"/>
                <a:ea typeface="Tahoma"/>
                <a:cs typeface="Tahoma"/>
              </a:rPr>
              <a:t> </a:t>
            </a:r>
            <a:r>
              <a:rPr lang="en-US" sz="2000" err="1">
                <a:latin typeface="Tahoma"/>
                <a:ea typeface="Tahoma"/>
                <a:cs typeface="Tahoma"/>
              </a:rPr>
              <a:t>cây</a:t>
            </a:r>
            <a:r>
              <a:rPr lang="en-US" sz="2000" dirty="0">
                <a:latin typeface="Tahoma"/>
                <a:ea typeface="Tahoma"/>
                <a:cs typeface="Tahoma"/>
              </a:rPr>
              <a:t> widget.</a:t>
            </a:r>
            <a:br>
              <a:rPr lang="en-US" sz="2000" dirty="0">
                <a:latin typeface="Tahoma"/>
              </a:rPr>
            </a:br>
            <a:r>
              <a:rPr lang="en-US" sz="2000" dirty="0">
                <a:latin typeface="Tahoma"/>
                <a:ea typeface="Tahoma"/>
                <a:cs typeface="Tahoma"/>
              </a:rPr>
              <a:t>🔗 </a:t>
            </a:r>
            <a:r>
              <a:rPr lang="en-US" sz="2000" dirty="0">
                <a:latin typeface="Tahoma"/>
                <a:ea typeface="Tahoma"/>
                <a:cs typeface="Tahoma"/>
                <a:hlinkClick r:id="rId4"/>
              </a:rPr>
              <a:t>https://api.flutter.dev/flutter/widgets/BuildContext/dependOnInheritedWidgetOfExactType.html</a:t>
            </a:r>
            <a:endParaRPr lang="en-US" sz="2000" dirty="0">
              <a:latin typeface="Tahoma"/>
              <a:ea typeface="Tahoma"/>
              <a:cs typeface="Tahoma"/>
            </a:endParaRPr>
          </a:p>
          <a:p>
            <a:pPr marL="228600" indent="-228600">
              <a:buFont typeface=""/>
              <a:buChar char="•"/>
            </a:pPr>
            <a:r>
              <a:rPr lang="en-US" sz="2000" b="1" err="1">
                <a:latin typeface="Tahoma"/>
                <a:ea typeface="Tahoma"/>
                <a:cs typeface="Tahoma"/>
              </a:rPr>
              <a:t>setState</a:t>
            </a:r>
            <a:r>
              <a:rPr lang="en-US" sz="2000" b="1" dirty="0">
                <a:latin typeface="Tahoma"/>
                <a:ea typeface="Tahoma"/>
                <a:cs typeface="Tahoma"/>
              </a:rPr>
              <a:t>() method - </a:t>
            </a:r>
            <a:r>
              <a:rPr lang="en-US" sz="2000" b="1" err="1">
                <a:latin typeface="Tahoma"/>
                <a:ea typeface="Tahoma"/>
                <a:cs typeface="Tahoma"/>
              </a:rPr>
              <a:t>StatefulWidget</a:t>
            </a:r>
            <a:br>
              <a:rPr lang="en-US" sz="2000" dirty="0">
                <a:latin typeface="Tahoma"/>
              </a:rPr>
            </a:br>
            <a:r>
              <a:rPr lang="en-US" sz="2000" dirty="0">
                <a:latin typeface="Tahoma"/>
                <a:ea typeface="Tahoma"/>
                <a:cs typeface="Tahoma"/>
              </a:rPr>
              <a:t>Tài </a:t>
            </a:r>
            <a:r>
              <a:rPr lang="en-US" sz="2000" err="1">
                <a:latin typeface="Tahoma"/>
                <a:ea typeface="Tahoma"/>
                <a:cs typeface="Tahoma"/>
              </a:rPr>
              <a:t>liệu</a:t>
            </a:r>
            <a:r>
              <a:rPr lang="en-US" sz="2000" dirty="0">
                <a:latin typeface="Tahoma"/>
                <a:ea typeface="Tahoma"/>
                <a:cs typeface="Tahoma"/>
              </a:rPr>
              <a:t> </a:t>
            </a:r>
            <a:r>
              <a:rPr lang="en-US" sz="2000" err="1">
                <a:latin typeface="Tahoma"/>
                <a:ea typeface="Tahoma"/>
                <a:cs typeface="Tahoma"/>
              </a:rPr>
              <a:t>chính</a:t>
            </a:r>
            <a:r>
              <a:rPr lang="en-US" sz="2000" dirty="0">
                <a:latin typeface="Tahoma"/>
                <a:ea typeface="Tahoma"/>
                <a:cs typeface="Tahoma"/>
              </a:rPr>
              <a:t> </a:t>
            </a:r>
            <a:r>
              <a:rPr lang="en-US" sz="2000" err="1">
                <a:latin typeface="Tahoma"/>
                <a:ea typeface="Tahoma"/>
                <a:cs typeface="Tahoma"/>
              </a:rPr>
              <a:t>thức</a:t>
            </a:r>
            <a:r>
              <a:rPr lang="en-US" sz="2000" dirty="0">
                <a:latin typeface="Tahoma"/>
                <a:ea typeface="Tahoma"/>
                <a:cs typeface="Tahoma"/>
              </a:rPr>
              <a:t> </a:t>
            </a:r>
            <a:r>
              <a:rPr lang="en-US" sz="2000" err="1">
                <a:latin typeface="Tahoma"/>
                <a:ea typeface="Tahoma"/>
                <a:cs typeface="Tahoma"/>
              </a:rPr>
              <a:t>về</a:t>
            </a:r>
            <a:r>
              <a:rPr lang="en-US" sz="2000" dirty="0">
                <a:latin typeface="Tahoma"/>
                <a:ea typeface="Tahoma"/>
                <a:cs typeface="Tahoma"/>
              </a:rPr>
              <a:t> </a:t>
            </a:r>
            <a:r>
              <a:rPr lang="en-US" sz="2000" err="1">
                <a:latin typeface="Tahoma"/>
                <a:ea typeface="Tahoma"/>
                <a:cs typeface="Tahoma"/>
              </a:rPr>
              <a:t>cách</a:t>
            </a:r>
            <a:r>
              <a:rPr lang="en-US" sz="2000" dirty="0">
                <a:latin typeface="Tahoma"/>
                <a:ea typeface="Tahoma"/>
                <a:cs typeface="Tahoma"/>
              </a:rPr>
              <a:t> </a:t>
            </a:r>
            <a:r>
              <a:rPr lang="en-US" sz="2000" err="1">
                <a:latin typeface="Tahoma"/>
                <a:ea typeface="Tahoma"/>
                <a:cs typeface="Tahoma"/>
              </a:rPr>
              <a:t>sử</a:t>
            </a:r>
            <a:r>
              <a:rPr lang="en-US" sz="2000" dirty="0">
                <a:latin typeface="Tahoma"/>
                <a:ea typeface="Tahoma"/>
                <a:cs typeface="Tahoma"/>
              </a:rPr>
              <a:t> </a:t>
            </a:r>
            <a:r>
              <a:rPr lang="en-US" sz="2000" err="1">
                <a:latin typeface="Tahoma"/>
                <a:ea typeface="Tahoma"/>
                <a:cs typeface="Tahoma"/>
              </a:rPr>
              <a:t>dụng</a:t>
            </a:r>
            <a:r>
              <a:rPr lang="en-US" sz="2000" dirty="0">
                <a:latin typeface="Tahoma"/>
                <a:ea typeface="Tahoma"/>
                <a:cs typeface="Tahoma"/>
              </a:rPr>
              <a:t> </a:t>
            </a:r>
            <a:r>
              <a:rPr lang="en-US" sz="2000" err="1">
                <a:latin typeface="Tahoma"/>
                <a:ea typeface="Tahoma"/>
                <a:cs typeface="Tahoma"/>
              </a:rPr>
              <a:t>setState</a:t>
            </a:r>
            <a:r>
              <a:rPr lang="en-US" sz="2000" dirty="0">
                <a:latin typeface="Tahoma"/>
                <a:ea typeface="Tahoma"/>
                <a:cs typeface="Tahoma"/>
              </a:rPr>
              <a:t>() </a:t>
            </a:r>
            <a:r>
              <a:rPr lang="en-US" sz="2000" err="1">
                <a:latin typeface="Tahoma"/>
                <a:ea typeface="Tahoma"/>
                <a:cs typeface="Tahoma"/>
              </a:rPr>
              <a:t>để</a:t>
            </a:r>
            <a:r>
              <a:rPr lang="en-US" sz="2000" dirty="0">
                <a:latin typeface="Tahoma"/>
                <a:ea typeface="Tahoma"/>
                <a:cs typeface="Tahoma"/>
              </a:rPr>
              <a:t> </a:t>
            </a:r>
            <a:r>
              <a:rPr lang="en-US" sz="2000" err="1">
                <a:latin typeface="Tahoma"/>
                <a:ea typeface="Tahoma"/>
                <a:cs typeface="Tahoma"/>
              </a:rPr>
              <a:t>cập</a:t>
            </a:r>
            <a:r>
              <a:rPr lang="en-US" sz="2000" dirty="0">
                <a:latin typeface="Tahoma"/>
                <a:ea typeface="Tahoma"/>
                <a:cs typeface="Tahoma"/>
              </a:rPr>
              <a:t> </a:t>
            </a:r>
            <a:r>
              <a:rPr lang="en-US" sz="2000" err="1">
                <a:latin typeface="Tahoma"/>
                <a:ea typeface="Tahoma"/>
                <a:cs typeface="Tahoma"/>
              </a:rPr>
              <a:t>nhật</a:t>
            </a:r>
            <a:r>
              <a:rPr lang="en-US" sz="2000" dirty="0">
                <a:latin typeface="Tahoma"/>
                <a:ea typeface="Tahoma"/>
                <a:cs typeface="Tahoma"/>
              </a:rPr>
              <a:t> UI </a:t>
            </a:r>
            <a:r>
              <a:rPr lang="en-US" sz="2000" err="1">
                <a:latin typeface="Tahoma"/>
                <a:ea typeface="Tahoma"/>
                <a:cs typeface="Tahoma"/>
              </a:rPr>
              <a:t>khi</a:t>
            </a:r>
            <a:r>
              <a:rPr lang="en-US" sz="2000" dirty="0">
                <a:latin typeface="Tahoma"/>
                <a:ea typeface="Tahoma"/>
                <a:cs typeface="Tahoma"/>
              </a:rPr>
              <a:t> </a:t>
            </a:r>
            <a:r>
              <a:rPr lang="en-US" sz="2000" err="1">
                <a:latin typeface="Tahoma"/>
                <a:ea typeface="Tahoma"/>
                <a:cs typeface="Tahoma"/>
              </a:rPr>
              <a:t>dữ</a:t>
            </a:r>
            <a:r>
              <a:rPr lang="en-US" sz="2000" dirty="0">
                <a:latin typeface="Tahoma"/>
                <a:ea typeface="Tahoma"/>
                <a:cs typeface="Tahoma"/>
              </a:rPr>
              <a:t> </a:t>
            </a:r>
            <a:r>
              <a:rPr lang="en-US" sz="2000" err="1">
                <a:latin typeface="Tahoma"/>
                <a:ea typeface="Tahoma"/>
                <a:cs typeface="Tahoma"/>
              </a:rPr>
              <a:t>liệu</a:t>
            </a:r>
            <a:r>
              <a:rPr lang="en-US" sz="2000" dirty="0">
                <a:latin typeface="Tahoma"/>
                <a:ea typeface="Tahoma"/>
                <a:cs typeface="Tahoma"/>
              </a:rPr>
              <a:t> </a:t>
            </a:r>
            <a:r>
              <a:rPr lang="en-US" sz="2000" err="1">
                <a:latin typeface="Tahoma"/>
                <a:ea typeface="Tahoma"/>
                <a:cs typeface="Tahoma"/>
              </a:rPr>
              <a:t>thay</a:t>
            </a:r>
            <a:r>
              <a:rPr lang="en-US" sz="2000" dirty="0">
                <a:latin typeface="Tahoma"/>
                <a:ea typeface="Tahoma"/>
                <a:cs typeface="Tahoma"/>
              </a:rPr>
              <a:t> </a:t>
            </a:r>
            <a:r>
              <a:rPr lang="en-US" sz="2000" err="1">
                <a:latin typeface="Tahoma"/>
                <a:ea typeface="Tahoma"/>
                <a:cs typeface="Tahoma"/>
              </a:rPr>
              <a:t>đổi</a:t>
            </a:r>
            <a:r>
              <a:rPr lang="en-US" sz="2000" dirty="0">
                <a:latin typeface="Tahoma"/>
                <a:ea typeface="Tahoma"/>
                <a:cs typeface="Tahoma"/>
              </a:rPr>
              <a:t>.</a:t>
            </a:r>
            <a:br>
              <a:rPr lang="en-US" sz="2000" dirty="0">
                <a:latin typeface="Tahoma"/>
              </a:rPr>
            </a:br>
            <a:r>
              <a:rPr lang="en-US" sz="2000" dirty="0">
                <a:latin typeface="Tahoma"/>
                <a:ea typeface="Tahoma"/>
                <a:cs typeface="Tahoma"/>
              </a:rPr>
              <a:t>🔗 </a:t>
            </a:r>
            <a:r>
              <a:rPr lang="en-US" sz="2000" dirty="0">
                <a:latin typeface="Tahoma"/>
                <a:ea typeface="Tahoma"/>
                <a:cs typeface="Tahoma"/>
                <a:hlinkClick r:id="rId5"/>
              </a:rPr>
              <a:t>https://api.flutter.dev/flutter/widgets/State/setState.html</a:t>
            </a:r>
            <a:endParaRPr lang="en-US" sz="2000" dirty="0">
              <a:latin typeface="Tahoma"/>
              <a:ea typeface="Tahoma"/>
              <a:cs typeface="Tahoma"/>
            </a:endParaRPr>
          </a:p>
          <a:p>
            <a:pPr algn="ctr"/>
            <a:endParaRPr lang="en-US" sz="2000" dirty="0">
              <a:latin typeface="Tahoma"/>
              <a:ea typeface="Tahoma"/>
              <a:cs typeface="Tahoma"/>
            </a:endParaRPr>
          </a:p>
        </p:txBody>
      </p:sp>
      <p:sp>
        <p:nvSpPr>
          <p:cNvPr id="3" name="TextBox 2">
            <a:extLst>
              <a:ext uri="{FF2B5EF4-FFF2-40B4-BE49-F238E27FC236}">
                <a16:creationId xmlns:a16="http://schemas.microsoft.com/office/drawing/2014/main" id="{1D438678-800F-E44F-40B4-ED189E1F20A8}"/>
              </a:ext>
            </a:extLst>
          </p:cNvPr>
          <p:cNvSpPr txBox="1"/>
          <p:nvPr/>
        </p:nvSpPr>
        <p:spPr>
          <a:xfrm>
            <a:off x="729803" y="4470043"/>
            <a:ext cx="11633915"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err="1">
                <a:latin typeface="Tahoma"/>
                <a:ea typeface="Tahoma"/>
                <a:cs typeface="Tahoma"/>
              </a:rPr>
              <a:t>Hướng</a:t>
            </a:r>
            <a:r>
              <a:rPr lang="en-US" sz="2000" b="1" dirty="0">
                <a:latin typeface="Tahoma"/>
                <a:ea typeface="Tahoma"/>
                <a:cs typeface="Tahoma"/>
              </a:rPr>
              <a:t> </a:t>
            </a:r>
            <a:r>
              <a:rPr lang="en-US" sz="2000" b="1" err="1">
                <a:latin typeface="Tahoma"/>
                <a:ea typeface="Tahoma"/>
                <a:cs typeface="Tahoma"/>
              </a:rPr>
              <a:t>dẫn</a:t>
            </a:r>
            <a:r>
              <a:rPr lang="en-US" sz="2000" b="1" dirty="0">
                <a:latin typeface="Tahoma"/>
                <a:ea typeface="Tahoma"/>
                <a:cs typeface="Tahoma"/>
              </a:rPr>
              <a:t> </a:t>
            </a:r>
            <a:r>
              <a:rPr lang="en-US" sz="2000" b="1" err="1">
                <a:latin typeface="Tahoma"/>
                <a:ea typeface="Tahoma"/>
                <a:cs typeface="Tahoma"/>
              </a:rPr>
              <a:t>từ</a:t>
            </a:r>
            <a:r>
              <a:rPr lang="en-US" sz="2000" b="1" dirty="0">
                <a:latin typeface="Tahoma"/>
                <a:ea typeface="Tahoma"/>
                <a:cs typeface="Tahoma"/>
              </a:rPr>
              <a:t> </a:t>
            </a:r>
            <a:r>
              <a:rPr lang="en-US" sz="2000" b="1" err="1">
                <a:latin typeface="Tahoma"/>
                <a:ea typeface="Tahoma"/>
                <a:cs typeface="Tahoma"/>
              </a:rPr>
              <a:t>Flutter.dev</a:t>
            </a:r>
            <a:r>
              <a:rPr lang="en-US" sz="2000" b="1" dirty="0">
                <a:latin typeface="Tahoma"/>
                <a:ea typeface="Tahoma"/>
                <a:cs typeface="Tahoma"/>
              </a:rPr>
              <a:t> </a:t>
            </a:r>
            <a:r>
              <a:rPr lang="en-US" sz="2000" b="1" err="1">
                <a:latin typeface="Tahoma"/>
                <a:ea typeface="Tahoma"/>
                <a:cs typeface="Tahoma"/>
              </a:rPr>
              <a:t>và</a:t>
            </a:r>
            <a:r>
              <a:rPr lang="en-US" sz="2000" b="1" dirty="0">
                <a:latin typeface="Tahoma"/>
                <a:ea typeface="Tahoma"/>
                <a:cs typeface="Tahoma"/>
              </a:rPr>
              <a:t> </a:t>
            </a:r>
            <a:r>
              <a:rPr lang="en-US" sz="2000" b="1" err="1">
                <a:latin typeface="Tahoma"/>
                <a:ea typeface="Tahoma"/>
                <a:cs typeface="Tahoma"/>
              </a:rPr>
              <a:t>Codelabs</a:t>
            </a:r>
            <a:endParaRPr lang="en-US" sz="2000" b="1">
              <a:latin typeface="Tahoma"/>
              <a:ea typeface="Tahoma"/>
              <a:cs typeface="Tahoma"/>
            </a:endParaRPr>
          </a:p>
          <a:p>
            <a:pPr marL="228600" indent="-228600">
              <a:buFont typeface=""/>
              <a:buChar char="•"/>
            </a:pPr>
            <a:r>
              <a:rPr lang="en-US" sz="2000" b="1" dirty="0">
                <a:latin typeface="Tahoma"/>
                <a:ea typeface="Tahoma"/>
                <a:cs typeface="Tahoma"/>
              </a:rPr>
              <a:t>Flutter: State management (official overview)</a:t>
            </a:r>
            <a:br>
              <a:rPr lang="en-US" sz="2000" dirty="0">
                <a:latin typeface="Tahoma"/>
              </a:rPr>
            </a:br>
            <a:r>
              <a:rPr lang="en-US" sz="2000" err="1">
                <a:latin typeface="Tahoma"/>
                <a:ea typeface="Tahoma"/>
                <a:cs typeface="Tahoma"/>
              </a:rPr>
              <a:t>Giới</a:t>
            </a:r>
            <a:r>
              <a:rPr lang="en-US" sz="2000" dirty="0">
                <a:latin typeface="Tahoma"/>
                <a:ea typeface="Tahoma"/>
                <a:cs typeface="Tahoma"/>
              </a:rPr>
              <a:t> </a:t>
            </a:r>
            <a:r>
              <a:rPr lang="en-US" sz="2000" err="1">
                <a:latin typeface="Tahoma"/>
                <a:ea typeface="Tahoma"/>
                <a:cs typeface="Tahoma"/>
              </a:rPr>
              <a:t>thiệu</a:t>
            </a:r>
            <a:r>
              <a:rPr lang="en-US" sz="2000" dirty="0">
                <a:latin typeface="Tahoma"/>
                <a:ea typeface="Tahoma"/>
                <a:cs typeface="Tahoma"/>
              </a:rPr>
              <a:t> </a:t>
            </a:r>
            <a:r>
              <a:rPr lang="en-US" sz="2000" err="1">
                <a:latin typeface="Tahoma"/>
                <a:ea typeface="Tahoma"/>
                <a:cs typeface="Tahoma"/>
              </a:rPr>
              <a:t>các</a:t>
            </a:r>
            <a:r>
              <a:rPr lang="en-US" sz="2000" dirty="0">
                <a:latin typeface="Tahoma"/>
                <a:ea typeface="Tahoma"/>
                <a:cs typeface="Tahoma"/>
              </a:rPr>
              <a:t> </a:t>
            </a:r>
            <a:r>
              <a:rPr lang="en-US" sz="2000" err="1">
                <a:latin typeface="Tahoma"/>
                <a:ea typeface="Tahoma"/>
                <a:cs typeface="Tahoma"/>
              </a:rPr>
              <a:t>cách</a:t>
            </a:r>
            <a:r>
              <a:rPr lang="en-US" sz="2000" dirty="0">
                <a:latin typeface="Tahoma"/>
                <a:ea typeface="Tahoma"/>
                <a:cs typeface="Tahoma"/>
              </a:rPr>
              <a:t> </a:t>
            </a:r>
            <a:r>
              <a:rPr lang="en-US" sz="2000" err="1">
                <a:latin typeface="Tahoma"/>
                <a:ea typeface="Tahoma"/>
                <a:cs typeface="Tahoma"/>
              </a:rPr>
              <a:t>quản</a:t>
            </a:r>
            <a:r>
              <a:rPr lang="en-US" sz="2000" dirty="0">
                <a:latin typeface="Tahoma"/>
                <a:ea typeface="Tahoma"/>
                <a:cs typeface="Tahoma"/>
              </a:rPr>
              <a:t> </a:t>
            </a:r>
            <a:r>
              <a:rPr lang="en-US" sz="2000" err="1">
                <a:latin typeface="Tahoma"/>
                <a:ea typeface="Tahoma"/>
                <a:cs typeface="Tahoma"/>
              </a:rPr>
              <a:t>lý</a:t>
            </a:r>
            <a:r>
              <a:rPr lang="en-US" sz="2000" dirty="0">
                <a:latin typeface="Tahoma"/>
                <a:ea typeface="Tahoma"/>
                <a:cs typeface="Tahoma"/>
              </a:rPr>
              <a:t> state, bao </a:t>
            </a:r>
            <a:r>
              <a:rPr lang="en-US" sz="2000" err="1">
                <a:latin typeface="Tahoma"/>
                <a:ea typeface="Tahoma"/>
                <a:cs typeface="Tahoma"/>
              </a:rPr>
              <a:t>gồm</a:t>
            </a:r>
            <a:r>
              <a:rPr lang="en-US" sz="2000" dirty="0">
                <a:latin typeface="Tahoma"/>
                <a:ea typeface="Tahoma"/>
                <a:cs typeface="Tahoma"/>
              </a:rPr>
              <a:t> </a:t>
            </a:r>
            <a:r>
              <a:rPr lang="en-US" sz="2000" err="1">
                <a:latin typeface="Tahoma"/>
                <a:ea typeface="Tahoma"/>
                <a:cs typeface="Tahoma"/>
              </a:rPr>
              <a:t>cả</a:t>
            </a:r>
            <a:r>
              <a:rPr lang="en-US" sz="2000" dirty="0">
                <a:latin typeface="Tahoma"/>
                <a:ea typeface="Tahoma"/>
                <a:cs typeface="Tahoma"/>
              </a:rPr>
              <a:t> </a:t>
            </a:r>
            <a:r>
              <a:rPr lang="en-US" sz="2000" err="1">
                <a:latin typeface="Tahoma"/>
                <a:ea typeface="Tahoma"/>
                <a:cs typeface="Tahoma"/>
              </a:rPr>
              <a:t>InheritedWidget</a:t>
            </a:r>
            <a:r>
              <a:rPr lang="en-US" sz="2000" dirty="0">
                <a:latin typeface="Tahoma"/>
                <a:ea typeface="Tahoma"/>
                <a:cs typeface="Tahoma"/>
              </a:rPr>
              <a:t>.</a:t>
            </a:r>
            <a:br>
              <a:rPr lang="en-US" sz="2000" dirty="0">
                <a:latin typeface="Tahoma"/>
              </a:rPr>
            </a:br>
            <a:r>
              <a:rPr lang="en-US" sz="2000" dirty="0">
                <a:latin typeface="Tahoma"/>
                <a:ea typeface="Tahoma"/>
                <a:cs typeface="Tahoma"/>
              </a:rPr>
              <a:t>🔗 https://docs.flutter.dev/development/data-and-backend/state-mgmt</a:t>
            </a:r>
          </a:p>
          <a:p>
            <a:pPr marL="228600" indent="-228600">
              <a:buFont typeface=""/>
              <a:buChar char="•"/>
            </a:pPr>
            <a:r>
              <a:rPr lang="en-US" sz="2000" b="1" dirty="0">
                <a:latin typeface="Tahoma"/>
                <a:ea typeface="Tahoma"/>
                <a:cs typeface="Tahoma"/>
              </a:rPr>
              <a:t>Flutter </a:t>
            </a:r>
            <a:r>
              <a:rPr lang="en-US" sz="2000" b="1" err="1">
                <a:latin typeface="Tahoma"/>
                <a:ea typeface="Tahoma"/>
                <a:cs typeface="Tahoma"/>
              </a:rPr>
              <a:t>Codelab</a:t>
            </a:r>
            <a:r>
              <a:rPr lang="en-US" sz="2000" b="1" dirty="0">
                <a:latin typeface="Tahoma"/>
                <a:ea typeface="Tahoma"/>
                <a:cs typeface="Tahoma"/>
              </a:rPr>
              <a:t> – Building layouts and managing state</a:t>
            </a:r>
            <a:br>
              <a:rPr lang="en-US" sz="2000" dirty="0">
                <a:latin typeface="Tahoma"/>
              </a:rPr>
            </a:br>
            <a:r>
              <a:rPr lang="en-US" sz="2000" err="1">
                <a:latin typeface="Tahoma"/>
                <a:ea typeface="Tahoma"/>
                <a:cs typeface="Tahoma"/>
              </a:rPr>
              <a:t>Có</a:t>
            </a:r>
            <a:r>
              <a:rPr lang="en-US" sz="2000" dirty="0">
                <a:latin typeface="Tahoma"/>
                <a:ea typeface="Tahoma"/>
                <a:cs typeface="Tahoma"/>
              </a:rPr>
              <a:t> </a:t>
            </a:r>
            <a:r>
              <a:rPr lang="en-US" sz="2000" err="1">
                <a:latin typeface="Tahoma"/>
                <a:ea typeface="Tahoma"/>
                <a:cs typeface="Tahoma"/>
              </a:rPr>
              <a:t>ví</a:t>
            </a:r>
            <a:r>
              <a:rPr lang="en-US" sz="2000" dirty="0">
                <a:latin typeface="Tahoma"/>
                <a:ea typeface="Tahoma"/>
                <a:cs typeface="Tahoma"/>
              </a:rPr>
              <a:t> </a:t>
            </a:r>
            <a:r>
              <a:rPr lang="en-US" sz="2000" err="1">
                <a:latin typeface="Tahoma"/>
                <a:ea typeface="Tahoma"/>
                <a:cs typeface="Tahoma"/>
              </a:rPr>
              <a:t>dụ</a:t>
            </a:r>
            <a:r>
              <a:rPr lang="en-US" sz="2000" dirty="0">
                <a:latin typeface="Tahoma"/>
                <a:ea typeface="Tahoma"/>
                <a:cs typeface="Tahoma"/>
              </a:rPr>
              <a:t> </a:t>
            </a:r>
            <a:r>
              <a:rPr lang="en-US" sz="2000" err="1">
                <a:latin typeface="Tahoma"/>
                <a:ea typeface="Tahoma"/>
                <a:cs typeface="Tahoma"/>
              </a:rPr>
              <a:t>tương</a:t>
            </a:r>
            <a:r>
              <a:rPr lang="en-US" sz="2000" dirty="0">
                <a:latin typeface="Tahoma"/>
                <a:ea typeface="Tahoma"/>
                <a:cs typeface="Tahoma"/>
              </a:rPr>
              <a:t> </a:t>
            </a:r>
            <a:r>
              <a:rPr lang="en-US" sz="2000" err="1">
                <a:latin typeface="Tahoma"/>
                <a:ea typeface="Tahoma"/>
                <a:cs typeface="Tahoma"/>
              </a:rPr>
              <a:t>tự</a:t>
            </a:r>
            <a:r>
              <a:rPr lang="en-US" sz="2000" dirty="0">
                <a:latin typeface="Tahoma"/>
                <a:ea typeface="Tahoma"/>
                <a:cs typeface="Tahoma"/>
              </a:rPr>
              <a:t> </a:t>
            </a:r>
            <a:r>
              <a:rPr lang="en-US" sz="2000" err="1">
                <a:latin typeface="Tahoma"/>
                <a:ea typeface="Tahoma"/>
                <a:cs typeface="Tahoma"/>
              </a:rPr>
              <a:t>về</a:t>
            </a:r>
            <a:r>
              <a:rPr lang="en-US" sz="2000" dirty="0">
                <a:latin typeface="Tahoma"/>
                <a:ea typeface="Tahoma"/>
                <a:cs typeface="Tahoma"/>
              </a:rPr>
              <a:t> counter app </a:t>
            </a:r>
            <a:r>
              <a:rPr lang="en-US" sz="2000" err="1">
                <a:latin typeface="Tahoma"/>
                <a:ea typeface="Tahoma"/>
                <a:cs typeface="Tahoma"/>
              </a:rPr>
              <a:t>và</a:t>
            </a:r>
            <a:r>
              <a:rPr lang="en-US" sz="2000" dirty="0">
                <a:latin typeface="Tahoma"/>
                <a:ea typeface="Tahoma"/>
                <a:cs typeface="Tahoma"/>
              </a:rPr>
              <a:t> </a:t>
            </a:r>
            <a:r>
              <a:rPr lang="en-US" sz="2000" err="1">
                <a:latin typeface="Tahoma"/>
                <a:ea typeface="Tahoma"/>
                <a:cs typeface="Tahoma"/>
              </a:rPr>
              <a:t>cập</a:t>
            </a:r>
            <a:r>
              <a:rPr lang="en-US" sz="2000" dirty="0">
                <a:latin typeface="Tahoma"/>
                <a:ea typeface="Tahoma"/>
                <a:cs typeface="Tahoma"/>
              </a:rPr>
              <a:t> </a:t>
            </a:r>
            <a:r>
              <a:rPr lang="en-US" sz="2000" err="1">
                <a:latin typeface="Tahoma"/>
                <a:ea typeface="Tahoma"/>
                <a:cs typeface="Tahoma"/>
              </a:rPr>
              <a:t>nhật</a:t>
            </a:r>
            <a:r>
              <a:rPr lang="en-US" sz="2000" dirty="0">
                <a:latin typeface="Tahoma"/>
                <a:ea typeface="Tahoma"/>
                <a:cs typeface="Tahoma"/>
              </a:rPr>
              <a:t> state qua </a:t>
            </a:r>
            <a:r>
              <a:rPr lang="en-US" sz="2000" err="1">
                <a:latin typeface="Tahoma"/>
                <a:ea typeface="Tahoma"/>
                <a:cs typeface="Tahoma"/>
              </a:rPr>
              <a:t>setState</a:t>
            </a:r>
            <a:r>
              <a:rPr lang="en-US" sz="2000" dirty="0">
                <a:latin typeface="Tahoma"/>
                <a:ea typeface="Tahoma"/>
                <a:cs typeface="Tahoma"/>
              </a:rPr>
              <a:t>.</a:t>
            </a:r>
            <a:br>
              <a:rPr lang="en-US" sz="2000" dirty="0">
                <a:latin typeface="Tahoma"/>
              </a:rPr>
            </a:br>
            <a:r>
              <a:rPr lang="en-US" sz="2000" dirty="0">
                <a:latin typeface="Tahoma"/>
                <a:ea typeface="Tahoma"/>
                <a:cs typeface="Tahoma"/>
              </a:rPr>
              <a:t>🔗 </a:t>
            </a:r>
            <a:r>
              <a:rPr lang="en-US" sz="2000" dirty="0">
                <a:latin typeface="Tahoma"/>
                <a:ea typeface="Tahoma"/>
                <a:cs typeface="Tahoma"/>
                <a:hlinkClick r:id="rId6"/>
              </a:rPr>
              <a:t>https://codelabs.developers.google.com/codelabs/flutter</a:t>
            </a:r>
            <a:endParaRPr lang="en-US" sz="2000" dirty="0">
              <a:latin typeface="Tahoma"/>
              <a:ea typeface="Tahoma"/>
              <a:cs typeface="Tahoma"/>
            </a:endParaRPr>
          </a:p>
          <a:p>
            <a:pPr algn="ctr"/>
            <a:endParaRPr lang="en-US" sz="2000" dirty="0">
              <a:latin typeface="Tahoma"/>
              <a:ea typeface="Tahoma"/>
              <a:cs typeface="Tahoma"/>
            </a:endParaRPr>
          </a:p>
        </p:txBody>
      </p:sp>
    </p:spTree>
    <p:extLst>
      <p:ext uri="{BB962C8B-B14F-4D97-AF65-F5344CB8AC3E}">
        <p14:creationId xmlns:p14="http://schemas.microsoft.com/office/powerpoint/2010/main" val="37266434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6000">
              <a:schemeClr val="tx1"/>
            </a:gs>
            <a:gs pos="2000">
              <a:schemeClr val="bg1"/>
            </a:gs>
            <a:gs pos="11000">
              <a:schemeClr val="bg1"/>
            </a:gs>
          </a:gsLst>
          <a:lin ang="2400000" scaled="0"/>
          <a:tileRect/>
        </a:gradFill>
        <a:effectLst/>
      </p:bgPr>
    </p:bg>
    <p:spTree>
      <p:nvGrpSpPr>
        <p:cNvPr id="1" name="">
          <a:extLst>
            <a:ext uri="{FF2B5EF4-FFF2-40B4-BE49-F238E27FC236}">
              <a16:creationId xmlns:a16="http://schemas.microsoft.com/office/drawing/2014/main" id="{82995D96-4EC8-BFA2-5188-F4847CEFA54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AC71E88-5801-CF69-5ECF-8EC61E404F30}"/>
              </a:ext>
            </a:extLst>
          </p:cNvPr>
          <p:cNvSpPr txBox="1"/>
          <p:nvPr/>
        </p:nvSpPr>
        <p:spPr>
          <a:xfrm>
            <a:off x="731672" y="531611"/>
            <a:ext cx="8987692" cy="584775"/>
          </a:xfrm>
          <a:prstGeom prst="rect">
            <a:avLst/>
          </a:prstGeom>
          <a:noFill/>
          <a:ln>
            <a:noFill/>
          </a:ln>
        </p:spPr>
        <p:txBody>
          <a:bodyPr wrap="square" lIns="91440" tIns="45720" rIns="91440" bIns="45720" anchor="t">
            <a:spAutoFit/>
          </a:bodyPr>
          <a:lstStyle/>
          <a:p>
            <a:r>
              <a:rPr lang="en-US" sz="3200" b="1" dirty="0">
                <a:ln w="25400" cap="sq">
                  <a:noFill/>
                  <a:miter lim="800000"/>
                </a:ln>
                <a:effectLst>
                  <a:glow rad="177800">
                    <a:prstClr val="white">
                      <a:alpha val="86000"/>
                    </a:prstClr>
                  </a:glow>
                </a:effectLst>
                <a:latin typeface="Aptos"/>
                <a:ea typeface="Tahoma"/>
                <a:cs typeface="Tahoma"/>
              </a:rPr>
              <a:t>Tài </a:t>
            </a:r>
            <a:r>
              <a:rPr lang="en-US" sz="3200" b="1" dirty="0" err="1">
                <a:ln w="25400" cap="sq">
                  <a:noFill/>
                  <a:miter lim="800000"/>
                </a:ln>
                <a:effectLst>
                  <a:glow rad="177800">
                    <a:prstClr val="white">
                      <a:alpha val="86000"/>
                    </a:prstClr>
                  </a:glow>
                </a:effectLst>
                <a:latin typeface="Aptos"/>
                <a:ea typeface="Tahoma"/>
                <a:cs typeface="Tahoma"/>
              </a:rPr>
              <a:t>liệu</a:t>
            </a:r>
            <a:r>
              <a:rPr lang="en-US" sz="3200" b="1" dirty="0">
                <a:ln w="25400" cap="sq">
                  <a:noFill/>
                  <a:miter lim="800000"/>
                </a:ln>
                <a:effectLst>
                  <a:glow rad="177800">
                    <a:prstClr val="white">
                      <a:alpha val="86000"/>
                    </a:prstClr>
                  </a:glow>
                </a:effectLst>
                <a:latin typeface="Aptos"/>
                <a:ea typeface="Tahoma"/>
                <a:cs typeface="Tahoma"/>
              </a:rPr>
              <a:t> </a:t>
            </a:r>
            <a:r>
              <a:rPr lang="en-US" sz="3200" b="1" dirty="0" err="1">
                <a:ln w="25400" cap="sq">
                  <a:noFill/>
                  <a:miter lim="800000"/>
                </a:ln>
                <a:effectLst>
                  <a:glow rad="177800">
                    <a:prstClr val="white">
                      <a:alpha val="86000"/>
                    </a:prstClr>
                  </a:glow>
                </a:effectLst>
                <a:latin typeface="Aptos"/>
                <a:ea typeface="Tahoma"/>
                <a:cs typeface="Tahoma"/>
              </a:rPr>
              <a:t>tham</a:t>
            </a:r>
            <a:r>
              <a:rPr lang="en-US" sz="3200" b="1" dirty="0">
                <a:ln w="25400" cap="sq">
                  <a:noFill/>
                  <a:miter lim="800000"/>
                </a:ln>
                <a:effectLst>
                  <a:glow rad="177800">
                    <a:prstClr val="white">
                      <a:alpha val="86000"/>
                    </a:prstClr>
                  </a:glow>
                </a:effectLst>
                <a:latin typeface="Aptos"/>
                <a:ea typeface="Tahoma"/>
                <a:cs typeface="Tahoma"/>
              </a:rPr>
              <a:t> </a:t>
            </a:r>
            <a:r>
              <a:rPr lang="en-US" sz="3200" b="1" dirty="0" err="1">
                <a:ln w="25400" cap="sq">
                  <a:noFill/>
                  <a:miter lim="800000"/>
                </a:ln>
                <a:effectLst>
                  <a:glow rad="177800">
                    <a:prstClr val="white">
                      <a:alpha val="86000"/>
                    </a:prstClr>
                  </a:glow>
                </a:effectLst>
                <a:latin typeface="Aptos"/>
                <a:ea typeface="Tahoma"/>
                <a:cs typeface="Tahoma"/>
              </a:rPr>
              <a:t>khảo</a:t>
            </a:r>
          </a:p>
        </p:txBody>
      </p:sp>
      <p:cxnSp>
        <p:nvCxnSpPr>
          <p:cNvPr id="8" name="Straight Connector 7">
            <a:extLst>
              <a:ext uri="{FF2B5EF4-FFF2-40B4-BE49-F238E27FC236}">
                <a16:creationId xmlns:a16="http://schemas.microsoft.com/office/drawing/2014/main" id="{51FD9D61-89FA-3F78-BCF4-FD96F3E568B3}"/>
              </a:ext>
            </a:extLst>
          </p:cNvPr>
          <p:cNvCxnSpPr>
            <a:cxnSpLocks/>
          </p:cNvCxnSpPr>
          <p:nvPr/>
        </p:nvCxnSpPr>
        <p:spPr>
          <a:xfrm flipV="1">
            <a:off x="129945" y="1103948"/>
            <a:ext cx="4072412" cy="21465"/>
          </a:xfrm>
          <a:prstGeom prst="line">
            <a:avLst/>
          </a:prstGeom>
          <a:ln w="63500">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9A2573CF-AF42-48EA-D93A-DF8B8EFF206E}"/>
              </a:ext>
            </a:extLst>
          </p:cNvPr>
          <p:cNvSpPr txBox="1"/>
          <p:nvPr/>
        </p:nvSpPr>
        <p:spPr>
          <a:xfrm>
            <a:off x="440028" y="2087451"/>
            <a:ext cx="11870027"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Tahoma"/>
                <a:ea typeface="Tahoma"/>
                <a:cs typeface="Tahoma"/>
              </a:rPr>
              <a:t>Các </a:t>
            </a:r>
            <a:r>
              <a:rPr lang="en-US" sz="2000" err="1">
                <a:latin typeface="Tahoma"/>
                <a:ea typeface="Tahoma"/>
                <a:cs typeface="Tahoma"/>
              </a:rPr>
              <a:t>nguồn</a:t>
            </a:r>
            <a:r>
              <a:rPr lang="en-US" sz="2000" dirty="0">
                <a:latin typeface="Tahoma"/>
                <a:ea typeface="Tahoma"/>
                <a:cs typeface="Tahoma"/>
              </a:rPr>
              <a:t> </a:t>
            </a:r>
            <a:r>
              <a:rPr lang="en-US" sz="2000" err="1">
                <a:latin typeface="Tahoma"/>
                <a:ea typeface="Tahoma"/>
                <a:cs typeface="Tahoma"/>
              </a:rPr>
              <a:t>học</a:t>
            </a:r>
            <a:r>
              <a:rPr lang="en-US" sz="2000">
                <a:latin typeface="Tahoma"/>
                <a:ea typeface="Tahoma"/>
                <a:cs typeface="Tahoma"/>
              </a:rPr>
              <a:t> tập cộng đồng uy tín</a:t>
            </a:r>
            <a:endParaRPr lang="en-US" sz="2000" dirty="0">
              <a:latin typeface="Tahoma"/>
              <a:ea typeface="Tahoma"/>
              <a:cs typeface="Tahoma"/>
            </a:endParaRPr>
          </a:p>
          <a:p>
            <a:pPr marL="285750" indent="-285750">
              <a:buFont typeface="Arial"/>
              <a:buChar char="•"/>
            </a:pPr>
            <a:r>
              <a:rPr lang="en-US" sz="2000" b="1" dirty="0">
                <a:latin typeface="Tahoma"/>
                <a:ea typeface="+mn-lt"/>
                <a:cs typeface="+mn-lt"/>
              </a:rPr>
              <a:t>Flutter by Example – </a:t>
            </a:r>
            <a:r>
              <a:rPr lang="en-US" sz="2000" b="1" err="1">
                <a:latin typeface="Tahoma"/>
                <a:ea typeface="+mn-lt"/>
                <a:cs typeface="+mn-lt"/>
              </a:rPr>
              <a:t>InheritedWidget</a:t>
            </a:r>
            <a:r>
              <a:rPr lang="en-US" sz="2000" b="1" dirty="0">
                <a:latin typeface="Tahoma"/>
                <a:ea typeface="+mn-lt"/>
                <a:cs typeface="+mn-lt"/>
              </a:rPr>
              <a:t> tutorial</a:t>
            </a:r>
            <a:br>
              <a:rPr lang="en-US" sz="2000" b="1" dirty="0">
                <a:latin typeface="Tahoma"/>
                <a:ea typeface="+mn-lt"/>
                <a:cs typeface="+mn-lt"/>
              </a:rPr>
            </a:br>
            <a:r>
              <a:rPr lang="en-US" sz="2000" b="1" dirty="0">
                <a:latin typeface="Tahoma"/>
                <a:ea typeface="+mn-lt"/>
                <a:cs typeface="+mn-lt"/>
              </a:rPr>
              <a:t> </a:t>
            </a:r>
            <a:r>
              <a:rPr lang="en-US" sz="2000" b="1" err="1">
                <a:latin typeface="Tahoma"/>
                <a:ea typeface="+mn-lt"/>
                <a:cs typeface="+mn-lt"/>
              </a:rPr>
              <a:t>Bài</a:t>
            </a:r>
            <a:r>
              <a:rPr lang="en-US" sz="2000" b="1" dirty="0">
                <a:latin typeface="Tahoma"/>
                <a:ea typeface="+mn-lt"/>
                <a:cs typeface="+mn-lt"/>
              </a:rPr>
              <a:t> </a:t>
            </a:r>
            <a:r>
              <a:rPr lang="en-US" sz="2000" b="1" err="1">
                <a:latin typeface="Tahoma"/>
                <a:ea typeface="+mn-lt"/>
                <a:cs typeface="+mn-lt"/>
              </a:rPr>
              <a:t>hướng</a:t>
            </a:r>
            <a:r>
              <a:rPr lang="en-US" sz="2000" b="1" dirty="0">
                <a:latin typeface="Tahoma"/>
                <a:ea typeface="+mn-lt"/>
                <a:cs typeface="+mn-lt"/>
              </a:rPr>
              <a:t> </a:t>
            </a:r>
            <a:r>
              <a:rPr lang="en-US" sz="2000" b="1" err="1">
                <a:latin typeface="Tahoma"/>
                <a:ea typeface="+mn-lt"/>
                <a:cs typeface="+mn-lt"/>
              </a:rPr>
              <a:t>dẫn</a:t>
            </a:r>
            <a:r>
              <a:rPr lang="en-US" sz="2000" b="1" dirty="0">
                <a:latin typeface="Tahoma"/>
                <a:ea typeface="+mn-lt"/>
                <a:cs typeface="+mn-lt"/>
              </a:rPr>
              <a:t> </a:t>
            </a:r>
            <a:r>
              <a:rPr lang="en-US" sz="2000" b="1" err="1">
                <a:latin typeface="Tahoma"/>
                <a:ea typeface="+mn-lt"/>
                <a:cs typeface="+mn-lt"/>
              </a:rPr>
              <a:t>cụ</a:t>
            </a:r>
            <a:r>
              <a:rPr lang="en-US" sz="2000" b="1" dirty="0">
                <a:latin typeface="Tahoma"/>
                <a:ea typeface="+mn-lt"/>
                <a:cs typeface="+mn-lt"/>
              </a:rPr>
              <a:t> </a:t>
            </a:r>
            <a:r>
              <a:rPr lang="en-US" sz="2000" b="1" err="1">
                <a:latin typeface="Tahoma"/>
                <a:ea typeface="+mn-lt"/>
                <a:cs typeface="+mn-lt"/>
              </a:rPr>
              <a:t>thể</a:t>
            </a:r>
            <a:r>
              <a:rPr lang="en-US" sz="2000" b="1" dirty="0">
                <a:latin typeface="Tahoma"/>
                <a:ea typeface="+mn-lt"/>
                <a:cs typeface="+mn-lt"/>
              </a:rPr>
              <a:t> </a:t>
            </a:r>
            <a:r>
              <a:rPr lang="en-US" sz="2000" b="1" err="1">
                <a:latin typeface="Tahoma"/>
                <a:ea typeface="+mn-lt"/>
                <a:cs typeface="+mn-lt"/>
              </a:rPr>
              <a:t>về</a:t>
            </a:r>
            <a:r>
              <a:rPr lang="en-US" sz="2000" b="1" dirty="0">
                <a:latin typeface="Tahoma"/>
                <a:ea typeface="+mn-lt"/>
                <a:cs typeface="+mn-lt"/>
              </a:rPr>
              <a:t> </a:t>
            </a:r>
            <a:r>
              <a:rPr lang="en-US" sz="2000" b="1" err="1">
                <a:latin typeface="Tahoma"/>
                <a:ea typeface="+mn-lt"/>
                <a:cs typeface="+mn-lt"/>
              </a:rPr>
              <a:t>cách</a:t>
            </a:r>
            <a:r>
              <a:rPr lang="en-US" sz="2000" b="1" dirty="0">
                <a:latin typeface="Tahoma"/>
                <a:ea typeface="+mn-lt"/>
                <a:cs typeface="+mn-lt"/>
              </a:rPr>
              <a:t> </a:t>
            </a:r>
            <a:r>
              <a:rPr lang="en-US" sz="2000" b="1" err="1">
                <a:latin typeface="Tahoma"/>
                <a:ea typeface="+mn-lt"/>
                <a:cs typeface="+mn-lt"/>
              </a:rPr>
              <a:t>tạo</a:t>
            </a:r>
            <a:r>
              <a:rPr lang="en-US" sz="2000" b="1" dirty="0">
                <a:latin typeface="Tahoma"/>
                <a:ea typeface="+mn-lt"/>
                <a:cs typeface="+mn-lt"/>
              </a:rPr>
              <a:t> </a:t>
            </a:r>
            <a:r>
              <a:rPr lang="en-US" sz="2000" b="1" err="1">
                <a:latin typeface="Tahoma"/>
                <a:ea typeface="+mn-lt"/>
                <a:cs typeface="+mn-lt"/>
              </a:rPr>
              <a:t>và</a:t>
            </a:r>
            <a:r>
              <a:rPr lang="en-US" sz="2000" b="1" dirty="0">
                <a:latin typeface="Tahoma"/>
                <a:ea typeface="+mn-lt"/>
                <a:cs typeface="+mn-lt"/>
              </a:rPr>
              <a:t> </a:t>
            </a:r>
            <a:r>
              <a:rPr lang="en-US" sz="2000" b="1" err="1">
                <a:latin typeface="Tahoma"/>
                <a:ea typeface="+mn-lt"/>
                <a:cs typeface="+mn-lt"/>
              </a:rPr>
              <a:t>dùng</a:t>
            </a:r>
            <a:r>
              <a:rPr lang="en-US" sz="2000" b="1" dirty="0">
                <a:latin typeface="Tahoma"/>
                <a:ea typeface="+mn-lt"/>
                <a:cs typeface="+mn-lt"/>
              </a:rPr>
              <a:t> </a:t>
            </a:r>
            <a:r>
              <a:rPr lang="en-US" sz="2000" err="1">
                <a:latin typeface="Tahoma"/>
                <a:ea typeface="Tahoma"/>
                <a:cs typeface="Tahoma"/>
              </a:rPr>
              <a:t>InheritedWidget</a:t>
            </a:r>
            <a:r>
              <a:rPr lang="en-US" sz="2000" dirty="0">
                <a:latin typeface="Tahoma"/>
                <a:ea typeface="+mn-lt"/>
                <a:cs typeface="+mn-lt"/>
              </a:rPr>
              <a:t> </a:t>
            </a:r>
            <a:r>
              <a:rPr lang="en-US" sz="2000" err="1">
                <a:latin typeface="Tahoma"/>
                <a:ea typeface="+mn-lt"/>
                <a:cs typeface="+mn-lt"/>
              </a:rPr>
              <a:t>trong</a:t>
            </a:r>
            <a:r>
              <a:rPr lang="en-US" sz="2000" dirty="0">
                <a:latin typeface="Tahoma"/>
                <a:ea typeface="+mn-lt"/>
                <a:cs typeface="+mn-lt"/>
              </a:rPr>
              <a:t> Flutter.</a:t>
            </a:r>
            <a:br>
              <a:rPr lang="en-US" sz="2000" dirty="0">
                <a:latin typeface="Tahoma"/>
                <a:ea typeface="+mn-lt"/>
                <a:cs typeface="+mn-lt"/>
              </a:rPr>
            </a:br>
            <a:r>
              <a:rPr lang="en-US" sz="2000" dirty="0">
                <a:latin typeface="Tahoma"/>
                <a:ea typeface="+mn-lt"/>
                <a:cs typeface="+mn-lt"/>
              </a:rPr>
              <a:t> 🔗 </a:t>
            </a:r>
            <a:r>
              <a:rPr lang="en-US" sz="2000" dirty="0">
                <a:latin typeface="Tahoma"/>
                <a:ea typeface="+mn-lt"/>
                <a:cs typeface="+mn-lt"/>
                <a:hlinkClick r:id="rId3"/>
              </a:rPr>
              <a:t>https://flutterbyexample.com/lesson/inherited-widget</a:t>
            </a:r>
            <a:endParaRPr lang="en-US" sz="2000" dirty="0">
              <a:latin typeface="Tahoma"/>
              <a:ea typeface="Tahoma"/>
              <a:cs typeface="Tahoma"/>
            </a:endParaRPr>
          </a:p>
          <a:p>
            <a:pPr marL="285750" indent="-285750">
              <a:buFont typeface="Arial"/>
              <a:buChar char="•"/>
            </a:pPr>
            <a:r>
              <a:rPr lang="en-US" sz="2000" b="1" dirty="0">
                <a:latin typeface="Tahoma"/>
                <a:ea typeface="+mn-lt"/>
                <a:cs typeface="+mn-lt"/>
              </a:rPr>
              <a:t>Medium – “Understanding </a:t>
            </a:r>
            <a:r>
              <a:rPr lang="en-US" sz="2000" b="1" err="1">
                <a:latin typeface="Tahoma"/>
                <a:ea typeface="+mn-lt"/>
                <a:cs typeface="+mn-lt"/>
              </a:rPr>
              <a:t>InheritedWidget</a:t>
            </a:r>
            <a:r>
              <a:rPr lang="en-US" sz="2000" b="1" dirty="0">
                <a:latin typeface="Tahoma"/>
                <a:ea typeface="+mn-lt"/>
                <a:cs typeface="+mn-lt"/>
              </a:rPr>
              <a:t> in Flutter”</a:t>
            </a:r>
            <a:br>
              <a:rPr lang="en-US" sz="2000" b="1" dirty="0">
                <a:latin typeface="Tahoma"/>
                <a:ea typeface="+mn-lt"/>
                <a:cs typeface="+mn-lt"/>
              </a:rPr>
            </a:br>
            <a:r>
              <a:rPr lang="en-US" sz="2000" b="1" dirty="0">
                <a:latin typeface="Tahoma"/>
                <a:ea typeface="+mn-lt"/>
                <a:cs typeface="+mn-lt"/>
              </a:rPr>
              <a:t> </a:t>
            </a:r>
            <a:r>
              <a:rPr lang="en-US" sz="2000" b="1" err="1">
                <a:latin typeface="Tahoma"/>
                <a:ea typeface="+mn-lt"/>
                <a:cs typeface="+mn-lt"/>
              </a:rPr>
              <a:t>Giải</a:t>
            </a:r>
            <a:r>
              <a:rPr lang="en-US" sz="2000" b="1" dirty="0">
                <a:latin typeface="Tahoma"/>
                <a:ea typeface="+mn-lt"/>
                <a:cs typeface="+mn-lt"/>
              </a:rPr>
              <a:t> </a:t>
            </a:r>
            <a:r>
              <a:rPr lang="en-US" sz="2000" b="1" err="1">
                <a:latin typeface="Tahoma"/>
                <a:ea typeface="+mn-lt"/>
                <a:cs typeface="+mn-lt"/>
              </a:rPr>
              <a:t>thích</a:t>
            </a:r>
            <a:r>
              <a:rPr lang="en-US" sz="2000" b="1" dirty="0">
                <a:latin typeface="Tahoma"/>
                <a:ea typeface="+mn-lt"/>
                <a:cs typeface="+mn-lt"/>
              </a:rPr>
              <a:t> </a:t>
            </a:r>
            <a:r>
              <a:rPr lang="en-US" sz="2000" b="1" err="1">
                <a:latin typeface="Tahoma"/>
                <a:ea typeface="+mn-lt"/>
                <a:cs typeface="+mn-lt"/>
              </a:rPr>
              <a:t>kỹ</a:t>
            </a:r>
            <a:r>
              <a:rPr lang="en-US" sz="2000" b="1" dirty="0">
                <a:latin typeface="Tahoma"/>
                <a:ea typeface="+mn-lt"/>
                <a:cs typeface="+mn-lt"/>
              </a:rPr>
              <a:t> </a:t>
            </a:r>
            <a:r>
              <a:rPr lang="en-US" sz="2000" err="1">
                <a:latin typeface="Tahoma"/>
                <a:ea typeface="Tahoma"/>
                <a:cs typeface="Tahoma"/>
              </a:rPr>
              <a:t>updateShouldNotify</a:t>
            </a:r>
            <a:r>
              <a:rPr lang="en-US" sz="2000" dirty="0">
                <a:latin typeface="Tahoma"/>
                <a:ea typeface="+mn-lt"/>
                <a:cs typeface="+mn-lt"/>
              </a:rPr>
              <a:t>, </a:t>
            </a:r>
            <a:r>
              <a:rPr lang="en-US" sz="2000" dirty="0">
                <a:latin typeface="Tahoma"/>
                <a:ea typeface="Tahoma"/>
                <a:cs typeface="Tahoma"/>
              </a:rPr>
              <a:t>of(context)</a:t>
            </a:r>
            <a:r>
              <a:rPr lang="en-US" sz="2000" dirty="0">
                <a:latin typeface="Tahoma"/>
                <a:ea typeface="+mn-lt"/>
                <a:cs typeface="+mn-lt"/>
              </a:rPr>
              <a:t> </a:t>
            </a:r>
            <a:r>
              <a:rPr lang="en-US" sz="2000" err="1">
                <a:latin typeface="Tahoma"/>
                <a:ea typeface="+mn-lt"/>
                <a:cs typeface="+mn-lt"/>
              </a:rPr>
              <a:t>và</a:t>
            </a:r>
            <a:r>
              <a:rPr lang="en-US" sz="2000" dirty="0">
                <a:latin typeface="Tahoma"/>
                <a:ea typeface="+mn-lt"/>
                <a:cs typeface="+mn-lt"/>
              </a:rPr>
              <a:t> </a:t>
            </a:r>
            <a:r>
              <a:rPr lang="en-US" sz="2000" err="1">
                <a:latin typeface="Tahoma"/>
                <a:ea typeface="+mn-lt"/>
                <a:cs typeface="+mn-lt"/>
              </a:rPr>
              <a:t>ví</a:t>
            </a:r>
            <a:r>
              <a:rPr lang="en-US" sz="2000" dirty="0">
                <a:latin typeface="Tahoma"/>
                <a:ea typeface="+mn-lt"/>
                <a:cs typeface="+mn-lt"/>
              </a:rPr>
              <a:t> </a:t>
            </a:r>
            <a:r>
              <a:rPr lang="en-US" sz="2000" err="1">
                <a:latin typeface="Tahoma"/>
                <a:ea typeface="+mn-lt"/>
                <a:cs typeface="+mn-lt"/>
              </a:rPr>
              <a:t>dụ</a:t>
            </a:r>
            <a:r>
              <a:rPr lang="en-US" sz="2000" dirty="0">
                <a:latin typeface="Tahoma"/>
                <a:ea typeface="+mn-lt"/>
                <a:cs typeface="+mn-lt"/>
              </a:rPr>
              <a:t> </a:t>
            </a:r>
            <a:r>
              <a:rPr lang="en-US" sz="2000" err="1">
                <a:latin typeface="Tahoma"/>
                <a:ea typeface="+mn-lt"/>
                <a:cs typeface="+mn-lt"/>
              </a:rPr>
              <a:t>CounterApp</a:t>
            </a:r>
            <a:r>
              <a:rPr lang="en-US" sz="2000" dirty="0">
                <a:latin typeface="Tahoma"/>
                <a:ea typeface="+mn-lt"/>
                <a:cs typeface="+mn-lt"/>
              </a:rPr>
              <a:t> </a:t>
            </a:r>
            <a:r>
              <a:rPr lang="en-US" sz="2000" err="1">
                <a:latin typeface="Tahoma"/>
                <a:ea typeface="+mn-lt"/>
                <a:cs typeface="+mn-lt"/>
              </a:rPr>
              <a:t>tương</a:t>
            </a:r>
            <a:r>
              <a:rPr lang="en-US" sz="2000" dirty="0">
                <a:latin typeface="Tahoma"/>
                <a:ea typeface="+mn-lt"/>
                <a:cs typeface="+mn-lt"/>
              </a:rPr>
              <a:t> </a:t>
            </a:r>
            <a:r>
              <a:rPr lang="en-US" sz="2000" err="1">
                <a:latin typeface="Tahoma"/>
                <a:ea typeface="+mn-lt"/>
                <a:cs typeface="+mn-lt"/>
              </a:rPr>
              <a:t>tự</a:t>
            </a:r>
            <a:r>
              <a:rPr lang="en-US" sz="2000" dirty="0">
                <a:latin typeface="Tahoma"/>
                <a:ea typeface="+mn-lt"/>
                <a:cs typeface="+mn-lt"/>
              </a:rPr>
              <a:t>.</a:t>
            </a:r>
            <a:br>
              <a:rPr lang="en-US" sz="2000" dirty="0">
                <a:latin typeface="Tahoma"/>
                <a:ea typeface="+mn-lt"/>
                <a:cs typeface="+mn-lt"/>
              </a:rPr>
            </a:br>
            <a:r>
              <a:rPr lang="en-US" sz="2000" dirty="0">
                <a:latin typeface="Tahoma"/>
                <a:ea typeface="+mn-lt"/>
                <a:cs typeface="+mn-lt"/>
              </a:rPr>
              <a:t> 🔗 </a:t>
            </a:r>
            <a:r>
              <a:rPr lang="en-US" sz="2000" dirty="0">
                <a:latin typeface="Tahoma"/>
                <a:ea typeface="+mn-lt"/>
                <a:cs typeface="+mn-lt"/>
                <a:hlinkClick r:id="rId4"/>
              </a:rPr>
              <a:t>https://medium.com/flutter-community/understanding-inheritedwidget-in-flutter-25c6e53e1d14</a:t>
            </a:r>
            <a:endParaRPr lang="en-US" sz="2000" dirty="0">
              <a:latin typeface="Tahoma"/>
              <a:ea typeface="Tahoma"/>
              <a:cs typeface="Tahoma"/>
            </a:endParaRPr>
          </a:p>
          <a:p>
            <a:pPr marL="285750" indent="-285750">
              <a:buFont typeface="Arial"/>
              <a:buChar char="•"/>
            </a:pPr>
            <a:r>
              <a:rPr lang="en-US" sz="2000" b="1" dirty="0">
                <a:latin typeface="Tahoma"/>
                <a:ea typeface="+mn-lt"/>
                <a:cs typeface="+mn-lt"/>
              </a:rPr>
              <a:t>Reso Coder – Flutter </a:t>
            </a:r>
            <a:r>
              <a:rPr lang="en-US" sz="2000" b="1" err="1">
                <a:latin typeface="Tahoma"/>
                <a:ea typeface="+mn-lt"/>
                <a:cs typeface="+mn-lt"/>
              </a:rPr>
              <a:t>InheritedWidget</a:t>
            </a:r>
            <a:r>
              <a:rPr lang="en-US" sz="2000" b="1" dirty="0">
                <a:latin typeface="Tahoma"/>
                <a:ea typeface="+mn-lt"/>
                <a:cs typeface="+mn-lt"/>
              </a:rPr>
              <a:t> tutorial (YouTube &amp; blog)</a:t>
            </a:r>
            <a:br>
              <a:rPr lang="en-US" sz="2000" b="1" dirty="0">
                <a:latin typeface="Tahoma"/>
                <a:ea typeface="+mn-lt"/>
                <a:cs typeface="+mn-lt"/>
              </a:rPr>
            </a:br>
            <a:r>
              <a:rPr lang="en-US" sz="2000" b="1" dirty="0">
                <a:latin typeface="Tahoma"/>
                <a:ea typeface="+mn-lt"/>
                <a:cs typeface="+mn-lt"/>
              </a:rPr>
              <a:t> </a:t>
            </a:r>
            <a:r>
              <a:rPr lang="en-US" sz="2000" b="1" err="1">
                <a:latin typeface="Tahoma"/>
                <a:ea typeface="+mn-lt"/>
                <a:cs typeface="+mn-lt"/>
              </a:rPr>
              <a:t>Một</a:t>
            </a:r>
            <a:r>
              <a:rPr lang="en-US" sz="2000" b="1" dirty="0">
                <a:latin typeface="Tahoma"/>
                <a:ea typeface="+mn-lt"/>
                <a:cs typeface="+mn-lt"/>
              </a:rPr>
              <a:t> </a:t>
            </a:r>
            <a:r>
              <a:rPr lang="en-US" sz="2000" b="1" err="1">
                <a:latin typeface="Tahoma"/>
                <a:ea typeface="+mn-lt"/>
                <a:cs typeface="+mn-lt"/>
              </a:rPr>
              <a:t>hướng</a:t>
            </a:r>
            <a:r>
              <a:rPr lang="en-US" sz="2000" b="1" dirty="0">
                <a:latin typeface="Tahoma"/>
                <a:ea typeface="+mn-lt"/>
                <a:cs typeface="+mn-lt"/>
              </a:rPr>
              <a:t> </a:t>
            </a:r>
            <a:r>
              <a:rPr lang="en-US" sz="2000" b="1" err="1">
                <a:latin typeface="Tahoma"/>
                <a:ea typeface="+mn-lt"/>
                <a:cs typeface="+mn-lt"/>
              </a:rPr>
              <a:t>dẫn</a:t>
            </a:r>
            <a:r>
              <a:rPr lang="en-US" sz="2000" b="1" dirty="0">
                <a:latin typeface="Tahoma"/>
                <a:ea typeface="+mn-lt"/>
                <a:cs typeface="+mn-lt"/>
              </a:rPr>
              <a:t> </a:t>
            </a:r>
            <a:r>
              <a:rPr lang="en-US" sz="2000" b="1" err="1">
                <a:latin typeface="Tahoma"/>
                <a:ea typeface="+mn-lt"/>
                <a:cs typeface="+mn-lt"/>
              </a:rPr>
              <a:t>thực</a:t>
            </a:r>
            <a:r>
              <a:rPr lang="en-US" sz="2000" b="1" dirty="0">
                <a:latin typeface="Tahoma"/>
                <a:ea typeface="+mn-lt"/>
                <a:cs typeface="+mn-lt"/>
              </a:rPr>
              <a:t> </a:t>
            </a:r>
            <a:r>
              <a:rPr lang="en-US" sz="2000" b="1" err="1">
                <a:latin typeface="Tahoma"/>
                <a:ea typeface="+mn-lt"/>
                <a:cs typeface="+mn-lt"/>
              </a:rPr>
              <a:t>hành</a:t>
            </a:r>
            <a:r>
              <a:rPr lang="en-US" sz="2000" b="1" dirty="0">
                <a:latin typeface="Tahoma"/>
                <a:ea typeface="+mn-lt"/>
                <a:cs typeface="+mn-lt"/>
              </a:rPr>
              <a:t> </a:t>
            </a:r>
            <a:r>
              <a:rPr lang="en-US" sz="2000" b="1" err="1">
                <a:latin typeface="Tahoma"/>
                <a:ea typeface="+mn-lt"/>
                <a:cs typeface="+mn-lt"/>
              </a:rPr>
              <a:t>rất</a:t>
            </a:r>
            <a:r>
              <a:rPr lang="en-US" sz="2000" b="1" dirty="0">
                <a:latin typeface="Tahoma"/>
                <a:ea typeface="+mn-lt"/>
                <a:cs typeface="+mn-lt"/>
              </a:rPr>
              <a:t> </a:t>
            </a:r>
            <a:r>
              <a:rPr lang="en-US" sz="2000" b="1" err="1">
                <a:latin typeface="Tahoma"/>
                <a:ea typeface="+mn-lt"/>
                <a:cs typeface="+mn-lt"/>
              </a:rPr>
              <a:t>phổ</a:t>
            </a:r>
            <a:r>
              <a:rPr lang="en-US" sz="2000" b="1" dirty="0">
                <a:latin typeface="Tahoma"/>
                <a:ea typeface="+mn-lt"/>
                <a:cs typeface="+mn-lt"/>
              </a:rPr>
              <a:t> </a:t>
            </a:r>
            <a:r>
              <a:rPr lang="en-US" sz="2000" b="1" err="1">
                <a:latin typeface="Tahoma"/>
                <a:ea typeface="+mn-lt"/>
                <a:cs typeface="+mn-lt"/>
              </a:rPr>
              <a:t>biến</a:t>
            </a:r>
            <a:r>
              <a:rPr lang="en-US" sz="2000" b="1" dirty="0">
                <a:latin typeface="Tahoma"/>
                <a:ea typeface="+mn-lt"/>
                <a:cs typeface="+mn-lt"/>
              </a:rPr>
              <a:t> </a:t>
            </a:r>
            <a:r>
              <a:rPr lang="en-US" sz="2000" b="1" err="1">
                <a:latin typeface="Tahoma"/>
                <a:ea typeface="+mn-lt"/>
                <a:cs typeface="+mn-lt"/>
              </a:rPr>
              <a:t>cho</a:t>
            </a:r>
            <a:r>
              <a:rPr lang="en-US" sz="2000" b="1" dirty="0">
                <a:latin typeface="Tahoma"/>
                <a:ea typeface="+mn-lt"/>
                <a:cs typeface="+mn-lt"/>
              </a:rPr>
              <a:t> </a:t>
            </a:r>
            <a:r>
              <a:rPr lang="en-US" sz="2000" b="1" err="1">
                <a:latin typeface="Tahoma"/>
                <a:ea typeface="+mn-lt"/>
                <a:cs typeface="+mn-lt"/>
              </a:rPr>
              <a:t>người</a:t>
            </a:r>
            <a:r>
              <a:rPr lang="en-US" sz="2000" b="1" dirty="0">
                <a:latin typeface="Tahoma"/>
                <a:ea typeface="+mn-lt"/>
                <a:cs typeface="+mn-lt"/>
              </a:rPr>
              <a:t> </a:t>
            </a:r>
            <a:r>
              <a:rPr lang="en-US" sz="2000" b="1" err="1">
                <a:latin typeface="Tahoma"/>
                <a:ea typeface="+mn-lt"/>
                <a:cs typeface="+mn-lt"/>
              </a:rPr>
              <a:t>học</a:t>
            </a:r>
            <a:r>
              <a:rPr lang="en-US" sz="2000" b="1" dirty="0">
                <a:latin typeface="Tahoma"/>
                <a:ea typeface="+mn-lt"/>
                <a:cs typeface="+mn-lt"/>
              </a:rPr>
              <a:t> Flutter.</a:t>
            </a:r>
            <a:br>
              <a:rPr lang="en-US" sz="2000" b="1" dirty="0">
                <a:latin typeface="Tahoma"/>
                <a:ea typeface="+mn-lt"/>
                <a:cs typeface="+mn-lt"/>
              </a:rPr>
            </a:br>
            <a:r>
              <a:rPr lang="en-US" sz="2000" b="1" dirty="0">
                <a:latin typeface="Tahoma"/>
                <a:ea typeface="+mn-lt"/>
                <a:cs typeface="+mn-lt"/>
              </a:rPr>
              <a:t> 🔗 </a:t>
            </a:r>
            <a:r>
              <a:rPr lang="en-US" sz="2000" dirty="0">
                <a:latin typeface="Tahoma"/>
                <a:ea typeface="+mn-lt"/>
                <a:cs typeface="+mn-lt"/>
                <a:hlinkClick r:id="rId5"/>
              </a:rPr>
              <a:t>https://resocoder.com/2019/06/02/inheritedwidget-in-flutter/</a:t>
            </a:r>
            <a:endParaRPr lang="en-US" sz="2000" dirty="0">
              <a:latin typeface="Tahoma"/>
              <a:ea typeface="Tahoma"/>
              <a:cs typeface="Tahoma"/>
            </a:endParaRPr>
          </a:p>
          <a:p>
            <a:endParaRPr lang="en-US" sz="2000" b="1" dirty="0">
              <a:latin typeface="Tahoma"/>
              <a:ea typeface="Tahoma"/>
              <a:cs typeface="Tahoma"/>
            </a:endParaRPr>
          </a:p>
        </p:txBody>
      </p:sp>
    </p:spTree>
    <p:extLst>
      <p:ext uri="{BB962C8B-B14F-4D97-AF65-F5344CB8AC3E}">
        <p14:creationId xmlns:p14="http://schemas.microsoft.com/office/powerpoint/2010/main" val="17855991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A764BF-81B6-3481-FE55-A09718886600}"/>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1512F82D-0FE3-8904-5A15-8F3F36EC11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3700670" y="-1633335"/>
            <a:ext cx="6858001" cy="101246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9C335FB-8AFA-948C-976A-4B403E5A1241}"/>
              </a:ext>
            </a:extLst>
          </p:cNvPr>
          <p:cNvSpPr txBox="1"/>
          <p:nvPr/>
        </p:nvSpPr>
        <p:spPr>
          <a:xfrm>
            <a:off x="4244560" y="2459500"/>
            <a:ext cx="7852189" cy="1938992"/>
          </a:xfrm>
          <a:prstGeom prst="rect">
            <a:avLst/>
          </a:prstGeom>
          <a:noFill/>
        </p:spPr>
        <p:txBody>
          <a:bodyPr wrap="square" rtlCol="0">
            <a:spAutoFit/>
          </a:bodyPr>
          <a:lstStyle/>
          <a:p>
            <a:pPr algn="ctr"/>
            <a:r>
              <a:rPr lang="en-US" sz="6000" b="1" err="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Cảm</a:t>
            </a:r>
            <a:r>
              <a:rPr lang="en-US" sz="6000" b="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6000" b="1" err="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ơn</a:t>
            </a:r>
            <a:r>
              <a:rPr lang="en-US" sz="6000" b="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6000" b="1" err="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thầy</a:t>
            </a:r>
            <a:r>
              <a:rPr lang="en-US" sz="6000" b="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6000" b="1" err="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và</a:t>
            </a:r>
            <a:r>
              <a:rPr lang="en-US" sz="6000" b="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6000" b="1" err="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các</a:t>
            </a:r>
            <a:r>
              <a:rPr lang="en-US" sz="6000" b="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6000" b="1" err="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bạn</a:t>
            </a:r>
            <a:r>
              <a:rPr lang="en-US" sz="6000" b="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6000" b="1" err="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đã</a:t>
            </a:r>
            <a:r>
              <a:rPr lang="en-US" sz="6000" b="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6000" b="1" err="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lắng</a:t>
            </a:r>
            <a:r>
              <a:rPr lang="en-US" sz="6000" b="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6000" b="1" err="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rPr>
              <a:t>nghe</a:t>
            </a:r>
            <a:endParaRPr lang="en-US" sz="6000" b="1">
              <a:ln w="34925">
                <a:solidFill>
                  <a:schemeClr val="tx1"/>
                </a:solidFill>
              </a:ln>
              <a:solidFill>
                <a:schemeClr val="bg1"/>
              </a:solidFill>
              <a:latin typeface="Tahoma" panose="020B0604030504040204" pitchFamily="34" charset="0"/>
              <a:ea typeface="Tahoma" panose="020B0604030504040204" pitchFamily="34" charset="0"/>
              <a:cs typeface="Tahoma" panose="020B0604030504040204" pitchFamily="34" charset="0"/>
            </a:endParaRPr>
          </a:p>
        </p:txBody>
      </p:sp>
      <p:cxnSp>
        <p:nvCxnSpPr>
          <p:cNvPr id="12" name="Straight Connector 11">
            <a:extLst>
              <a:ext uri="{FF2B5EF4-FFF2-40B4-BE49-F238E27FC236}">
                <a16:creationId xmlns:a16="http://schemas.microsoft.com/office/drawing/2014/main" id="{909BCCE7-44DB-AB42-03E6-214970F285C6}"/>
              </a:ext>
            </a:extLst>
          </p:cNvPr>
          <p:cNvCxnSpPr>
            <a:cxnSpLocks/>
          </p:cNvCxnSpPr>
          <p:nvPr/>
        </p:nvCxnSpPr>
        <p:spPr>
          <a:xfrm>
            <a:off x="5247861" y="-200828"/>
            <a:ext cx="5638800" cy="0"/>
          </a:xfrm>
          <a:prstGeom prst="line">
            <a:avLst/>
          </a:prstGeom>
          <a:ln w="571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2FFA492-67DE-069A-AB71-2617F416920A}"/>
              </a:ext>
            </a:extLst>
          </p:cNvPr>
          <p:cNvCxnSpPr>
            <a:cxnSpLocks/>
          </p:cNvCxnSpPr>
          <p:nvPr/>
        </p:nvCxnSpPr>
        <p:spPr>
          <a:xfrm>
            <a:off x="5247861" y="6996290"/>
            <a:ext cx="5638800" cy="0"/>
          </a:xfrm>
          <a:prstGeom prst="line">
            <a:avLst/>
          </a:prstGeom>
          <a:ln w="57150">
            <a:solidFill>
              <a:schemeClr val="bg1"/>
            </a:solidFill>
          </a:ln>
        </p:spPr>
        <p:style>
          <a:lnRef idx="2">
            <a:schemeClr val="accent1"/>
          </a:lnRef>
          <a:fillRef idx="0">
            <a:schemeClr val="accent1"/>
          </a:fillRef>
          <a:effectRef idx="1">
            <a:schemeClr val="accent1"/>
          </a:effectRef>
          <a:fontRef idx="minor">
            <a:schemeClr val="tx1"/>
          </a:fontRef>
        </p:style>
      </p:cxnSp>
      <p:sp>
        <p:nvSpPr>
          <p:cNvPr id="14" name="Oval 6">
            <a:extLst>
              <a:ext uri="{FF2B5EF4-FFF2-40B4-BE49-F238E27FC236}">
                <a16:creationId xmlns:a16="http://schemas.microsoft.com/office/drawing/2014/main" id="{872DA4AC-7F8E-E839-E0FF-52616B5AF93E}"/>
              </a:ext>
            </a:extLst>
          </p:cNvPr>
          <p:cNvSpPr/>
          <p:nvPr/>
        </p:nvSpPr>
        <p:spPr>
          <a:xfrm>
            <a:off x="-364435" y="-140654"/>
            <a:ext cx="4734784" cy="7287221"/>
          </a:xfrm>
          <a:custGeom>
            <a:avLst/>
            <a:gdLst>
              <a:gd name="connsiteX0" fmla="*/ 0 w 6864350"/>
              <a:gd name="connsiteY0" fmla="*/ 3432175 h 6864350"/>
              <a:gd name="connsiteX1" fmla="*/ 3432175 w 6864350"/>
              <a:gd name="connsiteY1" fmla="*/ 0 h 6864350"/>
              <a:gd name="connsiteX2" fmla="*/ 6864350 w 6864350"/>
              <a:gd name="connsiteY2" fmla="*/ 3432175 h 6864350"/>
              <a:gd name="connsiteX3" fmla="*/ 3432175 w 6864350"/>
              <a:gd name="connsiteY3" fmla="*/ 6864350 h 6864350"/>
              <a:gd name="connsiteX4" fmla="*/ 0 w 6864350"/>
              <a:gd name="connsiteY4" fmla="*/ 3432175 h 6864350"/>
              <a:gd name="connsiteX0" fmla="*/ 15255 w 6879605"/>
              <a:gd name="connsiteY0" fmla="*/ 3477239 h 6909414"/>
              <a:gd name="connsiteX1" fmla="*/ 2238031 w 6879605"/>
              <a:gd name="connsiteY1" fmla="*/ 1641951 h 6909414"/>
              <a:gd name="connsiteX2" fmla="*/ 3447430 w 6879605"/>
              <a:gd name="connsiteY2" fmla="*/ 45064 h 6909414"/>
              <a:gd name="connsiteX3" fmla="*/ 6879605 w 6879605"/>
              <a:gd name="connsiteY3" fmla="*/ 3477239 h 6909414"/>
              <a:gd name="connsiteX4" fmla="*/ 3447430 w 6879605"/>
              <a:gd name="connsiteY4" fmla="*/ 6909414 h 6909414"/>
              <a:gd name="connsiteX5" fmla="*/ 15255 w 6879605"/>
              <a:gd name="connsiteY5" fmla="*/ 3477239 h 6909414"/>
              <a:gd name="connsiteX0" fmla="*/ 55104 w 5441837"/>
              <a:gd name="connsiteY0" fmla="*/ 4186230 h 6914519"/>
              <a:gd name="connsiteX1" fmla="*/ 800263 w 5441837"/>
              <a:gd name="connsiteY1" fmla="*/ 1641951 h 6914519"/>
              <a:gd name="connsiteX2" fmla="*/ 2009662 w 5441837"/>
              <a:gd name="connsiteY2" fmla="*/ 45064 h 6914519"/>
              <a:gd name="connsiteX3" fmla="*/ 5441837 w 5441837"/>
              <a:gd name="connsiteY3" fmla="*/ 3477239 h 6914519"/>
              <a:gd name="connsiteX4" fmla="*/ 2009662 w 5441837"/>
              <a:gd name="connsiteY4" fmla="*/ 6909414 h 6914519"/>
              <a:gd name="connsiteX5" fmla="*/ 55104 w 5441837"/>
              <a:gd name="connsiteY5" fmla="*/ 4186230 h 6914519"/>
              <a:gd name="connsiteX0" fmla="*/ 186139 w 5036159"/>
              <a:gd name="connsiteY0" fmla="*/ 4683187 h 6927212"/>
              <a:gd name="connsiteX1" fmla="*/ 394585 w 5036159"/>
              <a:gd name="connsiteY1" fmla="*/ 1641951 h 6927212"/>
              <a:gd name="connsiteX2" fmla="*/ 1603984 w 5036159"/>
              <a:gd name="connsiteY2" fmla="*/ 45064 h 6927212"/>
              <a:gd name="connsiteX3" fmla="*/ 5036159 w 5036159"/>
              <a:gd name="connsiteY3" fmla="*/ 3477239 h 6927212"/>
              <a:gd name="connsiteX4" fmla="*/ 1603984 w 5036159"/>
              <a:gd name="connsiteY4" fmla="*/ 6909414 h 6927212"/>
              <a:gd name="connsiteX5" fmla="*/ 186139 w 5036159"/>
              <a:gd name="connsiteY5" fmla="*/ 4683187 h 6927212"/>
              <a:gd name="connsiteX0" fmla="*/ 28098 w 4878118"/>
              <a:gd name="connsiteY0" fmla="*/ 4678171 h 6920195"/>
              <a:gd name="connsiteX1" fmla="*/ 481710 w 4878118"/>
              <a:gd name="connsiteY1" fmla="*/ 2968777 h 6920195"/>
              <a:gd name="connsiteX2" fmla="*/ 236544 w 4878118"/>
              <a:gd name="connsiteY2" fmla="*/ 1636935 h 6920195"/>
              <a:gd name="connsiteX3" fmla="*/ 1445943 w 4878118"/>
              <a:gd name="connsiteY3" fmla="*/ 40048 h 6920195"/>
              <a:gd name="connsiteX4" fmla="*/ 4878118 w 4878118"/>
              <a:gd name="connsiteY4" fmla="*/ 3472223 h 6920195"/>
              <a:gd name="connsiteX5" fmla="*/ 1445943 w 4878118"/>
              <a:gd name="connsiteY5" fmla="*/ 6904398 h 6920195"/>
              <a:gd name="connsiteX6" fmla="*/ 28098 w 4878118"/>
              <a:gd name="connsiteY6" fmla="*/ 4678171 h 6920195"/>
              <a:gd name="connsiteX0" fmla="*/ 28098 w 4878118"/>
              <a:gd name="connsiteY0" fmla="*/ 4667908 h 6909932"/>
              <a:gd name="connsiteX1" fmla="*/ 481710 w 4878118"/>
              <a:gd name="connsiteY1" fmla="*/ 2958514 h 6909932"/>
              <a:gd name="connsiteX2" fmla="*/ 528092 w 4878118"/>
              <a:gd name="connsiteY2" fmla="*/ 1818829 h 6909932"/>
              <a:gd name="connsiteX3" fmla="*/ 1445943 w 4878118"/>
              <a:gd name="connsiteY3" fmla="*/ 29785 h 6909932"/>
              <a:gd name="connsiteX4" fmla="*/ 4878118 w 4878118"/>
              <a:gd name="connsiteY4" fmla="*/ 3461960 h 6909932"/>
              <a:gd name="connsiteX5" fmla="*/ 1445943 w 4878118"/>
              <a:gd name="connsiteY5" fmla="*/ 6894135 h 6909932"/>
              <a:gd name="connsiteX6" fmla="*/ 28098 w 4878118"/>
              <a:gd name="connsiteY6" fmla="*/ 4667908 h 6909932"/>
              <a:gd name="connsiteX0" fmla="*/ 28098 w 4878118"/>
              <a:gd name="connsiteY0" fmla="*/ 4673948 h 6915972"/>
              <a:gd name="connsiteX1" fmla="*/ 481710 w 4878118"/>
              <a:gd name="connsiteY1" fmla="*/ 2964554 h 6915972"/>
              <a:gd name="connsiteX2" fmla="*/ 528092 w 4878118"/>
              <a:gd name="connsiteY2" fmla="*/ 1824869 h 6915972"/>
              <a:gd name="connsiteX3" fmla="*/ 1445943 w 4878118"/>
              <a:gd name="connsiteY3" fmla="*/ 35825 h 6915972"/>
              <a:gd name="connsiteX4" fmla="*/ 4878118 w 4878118"/>
              <a:gd name="connsiteY4" fmla="*/ 3468000 h 6915972"/>
              <a:gd name="connsiteX5" fmla="*/ 1445943 w 4878118"/>
              <a:gd name="connsiteY5" fmla="*/ 6900175 h 6915972"/>
              <a:gd name="connsiteX6" fmla="*/ 28098 w 4878118"/>
              <a:gd name="connsiteY6" fmla="*/ 4673948 h 6915972"/>
              <a:gd name="connsiteX0" fmla="*/ 28098 w 4878118"/>
              <a:gd name="connsiteY0" fmla="*/ 4678103 h 6920127"/>
              <a:gd name="connsiteX1" fmla="*/ 481710 w 4878118"/>
              <a:gd name="connsiteY1" fmla="*/ 2968709 h 6920127"/>
              <a:gd name="connsiteX2" fmla="*/ 528092 w 4878118"/>
              <a:gd name="connsiteY2" fmla="*/ 1829024 h 6920127"/>
              <a:gd name="connsiteX3" fmla="*/ 1445943 w 4878118"/>
              <a:gd name="connsiteY3" fmla="*/ 39980 h 6920127"/>
              <a:gd name="connsiteX4" fmla="*/ 4878118 w 4878118"/>
              <a:gd name="connsiteY4" fmla="*/ 3472155 h 6920127"/>
              <a:gd name="connsiteX5" fmla="*/ 1445943 w 4878118"/>
              <a:gd name="connsiteY5" fmla="*/ 6904330 h 6920127"/>
              <a:gd name="connsiteX6" fmla="*/ 28098 w 4878118"/>
              <a:gd name="connsiteY6" fmla="*/ 4678103 h 6920127"/>
              <a:gd name="connsiteX0" fmla="*/ 28098 w 4878118"/>
              <a:gd name="connsiteY0" fmla="*/ 4678103 h 6920127"/>
              <a:gd name="connsiteX1" fmla="*/ 481710 w 4878118"/>
              <a:gd name="connsiteY1" fmla="*/ 2968709 h 6920127"/>
              <a:gd name="connsiteX2" fmla="*/ 528092 w 4878118"/>
              <a:gd name="connsiteY2" fmla="*/ 1829024 h 6920127"/>
              <a:gd name="connsiteX3" fmla="*/ 1445943 w 4878118"/>
              <a:gd name="connsiteY3" fmla="*/ 39980 h 6920127"/>
              <a:gd name="connsiteX4" fmla="*/ 4878118 w 4878118"/>
              <a:gd name="connsiteY4" fmla="*/ 3472155 h 6920127"/>
              <a:gd name="connsiteX5" fmla="*/ 1445943 w 4878118"/>
              <a:gd name="connsiteY5" fmla="*/ 6904330 h 6920127"/>
              <a:gd name="connsiteX6" fmla="*/ 28098 w 4878118"/>
              <a:gd name="connsiteY6" fmla="*/ 4678103 h 6920127"/>
              <a:gd name="connsiteX0" fmla="*/ 28098 w 4878118"/>
              <a:gd name="connsiteY0" fmla="*/ 4678103 h 6920127"/>
              <a:gd name="connsiteX1" fmla="*/ 481710 w 4878118"/>
              <a:gd name="connsiteY1" fmla="*/ 2968709 h 6920127"/>
              <a:gd name="connsiteX2" fmla="*/ 528092 w 4878118"/>
              <a:gd name="connsiteY2" fmla="*/ 1829024 h 6920127"/>
              <a:gd name="connsiteX3" fmla="*/ 1445943 w 4878118"/>
              <a:gd name="connsiteY3" fmla="*/ 39980 h 6920127"/>
              <a:gd name="connsiteX4" fmla="*/ 4878118 w 4878118"/>
              <a:gd name="connsiteY4" fmla="*/ 3472155 h 6920127"/>
              <a:gd name="connsiteX5" fmla="*/ 1445943 w 4878118"/>
              <a:gd name="connsiteY5" fmla="*/ 6904330 h 6920127"/>
              <a:gd name="connsiteX6" fmla="*/ 28098 w 4878118"/>
              <a:gd name="connsiteY6" fmla="*/ 4678103 h 6920127"/>
              <a:gd name="connsiteX0" fmla="*/ 25863 w 4875883"/>
              <a:gd name="connsiteY0" fmla="*/ 4678103 h 6920743"/>
              <a:gd name="connsiteX1" fmla="*/ 505980 w 4875883"/>
              <a:gd name="connsiteY1" fmla="*/ 2524762 h 6920743"/>
              <a:gd name="connsiteX2" fmla="*/ 525857 w 4875883"/>
              <a:gd name="connsiteY2" fmla="*/ 1829024 h 6920743"/>
              <a:gd name="connsiteX3" fmla="*/ 1443708 w 4875883"/>
              <a:gd name="connsiteY3" fmla="*/ 39980 h 6920743"/>
              <a:gd name="connsiteX4" fmla="*/ 4875883 w 4875883"/>
              <a:gd name="connsiteY4" fmla="*/ 3472155 h 6920743"/>
              <a:gd name="connsiteX5" fmla="*/ 1443708 w 4875883"/>
              <a:gd name="connsiteY5" fmla="*/ 6904330 h 6920743"/>
              <a:gd name="connsiteX6" fmla="*/ 25863 w 4875883"/>
              <a:gd name="connsiteY6" fmla="*/ 4678103 h 6920743"/>
              <a:gd name="connsiteX0" fmla="*/ 316163 w 5166183"/>
              <a:gd name="connsiteY0" fmla="*/ 4678103 h 6920743"/>
              <a:gd name="connsiteX1" fmla="*/ 796280 w 5166183"/>
              <a:gd name="connsiteY1" fmla="*/ 2524762 h 6920743"/>
              <a:gd name="connsiteX2" fmla="*/ 816157 w 5166183"/>
              <a:gd name="connsiteY2" fmla="*/ 1829024 h 6920743"/>
              <a:gd name="connsiteX3" fmla="*/ 1734008 w 5166183"/>
              <a:gd name="connsiteY3" fmla="*/ 39980 h 6920743"/>
              <a:gd name="connsiteX4" fmla="*/ 5166183 w 5166183"/>
              <a:gd name="connsiteY4" fmla="*/ 3472155 h 6920743"/>
              <a:gd name="connsiteX5" fmla="*/ 1734008 w 5166183"/>
              <a:gd name="connsiteY5" fmla="*/ 6904330 h 6920743"/>
              <a:gd name="connsiteX6" fmla="*/ 316163 w 5166183"/>
              <a:gd name="connsiteY6" fmla="*/ 4678103 h 6920743"/>
              <a:gd name="connsiteX0" fmla="*/ 239182 w 5089202"/>
              <a:gd name="connsiteY0" fmla="*/ 4678103 h 6920415"/>
              <a:gd name="connsiteX1" fmla="*/ 851821 w 5089202"/>
              <a:gd name="connsiteY1" fmla="*/ 2756675 h 6920415"/>
              <a:gd name="connsiteX2" fmla="*/ 739176 w 5089202"/>
              <a:gd name="connsiteY2" fmla="*/ 1829024 h 6920415"/>
              <a:gd name="connsiteX3" fmla="*/ 1657027 w 5089202"/>
              <a:gd name="connsiteY3" fmla="*/ 39980 h 6920415"/>
              <a:gd name="connsiteX4" fmla="*/ 5089202 w 5089202"/>
              <a:gd name="connsiteY4" fmla="*/ 3472155 h 6920415"/>
              <a:gd name="connsiteX5" fmla="*/ 1657027 w 5089202"/>
              <a:gd name="connsiteY5" fmla="*/ 6904330 h 6920415"/>
              <a:gd name="connsiteX6" fmla="*/ 239182 w 5089202"/>
              <a:gd name="connsiteY6" fmla="*/ 4678103 h 6920415"/>
              <a:gd name="connsiteX0" fmla="*/ 370253 w 5220273"/>
              <a:gd name="connsiteY0" fmla="*/ 4678103 h 6920415"/>
              <a:gd name="connsiteX1" fmla="*/ 982892 w 5220273"/>
              <a:gd name="connsiteY1" fmla="*/ 2756675 h 6920415"/>
              <a:gd name="connsiteX2" fmla="*/ 870247 w 5220273"/>
              <a:gd name="connsiteY2" fmla="*/ 1829024 h 6920415"/>
              <a:gd name="connsiteX3" fmla="*/ 1788098 w 5220273"/>
              <a:gd name="connsiteY3" fmla="*/ 39980 h 6920415"/>
              <a:gd name="connsiteX4" fmla="*/ 5220273 w 5220273"/>
              <a:gd name="connsiteY4" fmla="*/ 3472155 h 6920415"/>
              <a:gd name="connsiteX5" fmla="*/ 1788098 w 5220273"/>
              <a:gd name="connsiteY5" fmla="*/ 6904330 h 6920415"/>
              <a:gd name="connsiteX6" fmla="*/ 370253 w 5220273"/>
              <a:gd name="connsiteY6" fmla="*/ 4678103 h 6920415"/>
              <a:gd name="connsiteX0" fmla="*/ 394315 w 5244335"/>
              <a:gd name="connsiteY0" fmla="*/ 4678103 h 6920415"/>
              <a:gd name="connsiteX1" fmla="*/ 1006954 w 5244335"/>
              <a:gd name="connsiteY1" fmla="*/ 2756675 h 6920415"/>
              <a:gd name="connsiteX2" fmla="*/ 894309 w 5244335"/>
              <a:gd name="connsiteY2" fmla="*/ 1829024 h 6920415"/>
              <a:gd name="connsiteX3" fmla="*/ 1812160 w 5244335"/>
              <a:gd name="connsiteY3" fmla="*/ 39980 h 6920415"/>
              <a:gd name="connsiteX4" fmla="*/ 5244335 w 5244335"/>
              <a:gd name="connsiteY4" fmla="*/ 3472155 h 6920415"/>
              <a:gd name="connsiteX5" fmla="*/ 1812160 w 5244335"/>
              <a:gd name="connsiteY5" fmla="*/ 6904330 h 6920415"/>
              <a:gd name="connsiteX6" fmla="*/ 394315 w 5244335"/>
              <a:gd name="connsiteY6" fmla="*/ 4678103 h 6920415"/>
              <a:gd name="connsiteX0" fmla="*/ 394315 w 5244335"/>
              <a:gd name="connsiteY0" fmla="*/ 4678103 h 6920415"/>
              <a:gd name="connsiteX1" fmla="*/ 1006954 w 5244335"/>
              <a:gd name="connsiteY1" fmla="*/ 2756675 h 6920415"/>
              <a:gd name="connsiteX2" fmla="*/ 894309 w 5244335"/>
              <a:gd name="connsiteY2" fmla="*/ 1829024 h 6920415"/>
              <a:gd name="connsiteX3" fmla="*/ 1812160 w 5244335"/>
              <a:gd name="connsiteY3" fmla="*/ 39980 h 6920415"/>
              <a:gd name="connsiteX4" fmla="*/ 5244335 w 5244335"/>
              <a:gd name="connsiteY4" fmla="*/ 3472155 h 6920415"/>
              <a:gd name="connsiteX5" fmla="*/ 1812160 w 5244335"/>
              <a:gd name="connsiteY5" fmla="*/ 6904330 h 6920415"/>
              <a:gd name="connsiteX6" fmla="*/ 394315 w 5244335"/>
              <a:gd name="connsiteY6" fmla="*/ 4678103 h 6920415"/>
              <a:gd name="connsiteX0" fmla="*/ 394315 w 5244335"/>
              <a:gd name="connsiteY0" fmla="*/ 4678103 h 6920415"/>
              <a:gd name="connsiteX1" fmla="*/ 1006954 w 5244335"/>
              <a:gd name="connsiteY1" fmla="*/ 2756675 h 6920415"/>
              <a:gd name="connsiteX2" fmla="*/ 967196 w 5244335"/>
              <a:gd name="connsiteY2" fmla="*/ 1829024 h 6920415"/>
              <a:gd name="connsiteX3" fmla="*/ 1812160 w 5244335"/>
              <a:gd name="connsiteY3" fmla="*/ 39980 h 6920415"/>
              <a:gd name="connsiteX4" fmla="*/ 5244335 w 5244335"/>
              <a:gd name="connsiteY4" fmla="*/ 3472155 h 6920415"/>
              <a:gd name="connsiteX5" fmla="*/ 1812160 w 5244335"/>
              <a:gd name="connsiteY5" fmla="*/ 6904330 h 6920415"/>
              <a:gd name="connsiteX6" fmla="*/ 394315 w 5244335"/>
              <a:gd name="connsiteY6" fmla="*/ 4678103 h 6920415"/>
              <a:gd name="connsiteX0" fmla="*/ 394315 w 5244335"/>
              <a:gd name="connsiteY0" fmla="*/ 4683931 h 6926243"/>
              <a:gd name="connsiteX1" fmla="*/ 1006954 w 5244335"/>
              <a:gd name="connsiteY1" fmla="*/ 2762503 h 6926243"/>
              <a:gd name="connsiteX2" fmla="*/ 967196 w 5244335"/>
              <a:gd name="connsiteY2" fmla="*/ 1834852 h 6926243"/>
              <a:gd name="connsiteX3" fmla="*/ 1812160 w 5244335"/>
              <a:gd name="connsiteY3" fmla="*/ 45808 h 6926243"/>
              <a:gd name="connsiteX4" fmla="*/ 5244335 w 5244335"/>
              <a:gd name="connsiteY4" fmla="*/ 3477983 h 6926243"/>
              <a:gd name="connsiteX5" fmla="*/ 1812160 w 5244335"/>
              <a:gd name="connsiteY5" fmla="*/ 6910158 h 6926243"/>
              <a:gd name="connsiteX6" fmla="*/ 394315 w 5244335"/>
              <a:gd name="connsiteY6" fmla="*/ 4683931 h 6926243"/>
              <a:gd name="connsiteX0" fmla="*/ 394315 w 5244335"/>
              <a:gd name="connsiteY0" fmla="*/ 4655296 h 6897608"/>
              <a:gd name="connsiteX1" fmla="*/ 1006954 w 5244335"/>
              <a:gd name="connsiteY1" fmla="*/ 2733868 h 6897608"/>
              <a:gd name="connsiteX2" fmla="*/ 967196 w 5244335"/>
              <a:gd name="connsiteY2" fmla="*/ 1806217 h 6897608"/>
              <a:gd name="connsiteX3" fmla="*/ 1812160 w 5244335"/>
              <a:gd name="connsiteY3" fmla="*/ 17173 h 6897608"/>
              <a:gd name="connsiteX4" fmla="*/ 5244335 w 5244335"/>
              <a:gd name="connsiteY4" fmla="*/ 3449348 h 6897608"/>
              <a:gd name="connsiteX5" fmla="*/ 1812160 w 5244335"/>
              <a:gd name="connsiteY5" fmla="*/ 6881523 h 6897608"/>
              <a:gd name="connsiteX6" fmla="*/ 394315 w 5244335"/>
              <a:gd name="connsiteY6" fmla="*/ 4655296 h 6897608"/>
              <a:gd name="connsiteX0" fmla="*/ 394315 w 5330051"/>
              <a:gd name="connsiteY0" fmla="*/ 4641876 h 6884188"/>
              <a:gd name="connsiteX1" fmla="*/ 1006954 w 5330051"/>
              <a:gd name="connsiteY1" fmla="*/ 2720448 h 6884188"/>
              <a:gd name="connsiteX2" fmla="*/ 967196 w 5330051"/>
              <a:gd name="connsiteY2" fmla="*/ 1792797 h 6884188"/>
              <a:gd name="connsiteX3" fmla="*/ 1812160 w 5330051"/>
              <a:gd name="connsiteY3" fmla="*/ 3753 h 6884188"/>
              <a:gd name="connsiteX4" fmla="*/ 3783283 w 5330051"/>
              <a:gd name="connsiteY4" fmla="*/ 2183735 h 6884188"/>
              <a:gd name="connsiteX5" fmla="*/ 5244335 w 5330051"/>
              <a:gd name="connsiteY5" fmla="*/ 3435928 h 6884188"/>
              <a:gd name="connsiteX6" fmla="*/ 1812160 w 5330051"/>
              <a:gd name="connsiteY6" fmla="*/ 6868103 h 6884188"/>
              <a:gd name="connsiteX7" fmla="*/ 394315 w 5330051"/>
              <a:gd name="connsiteY7" fmla="*/ 4641876 h 6884188"/>
              <a:gd name="connsiteX0" fmla="*/ 394315 w 5330051"/>
              <a:gd name="connsiteY0" fmla="*/ 4641876 h 6884188"/>
              <a:gd name="connsiteX1" fmla="*/ 1006954 w 5330051"/>
              <a:gd name="connsiteY1" fmla="*/ 2720448 h 6884188"/>
              <a:gd name="connsiteX2" fmla="*/ 967196 w 5330051"/>
              <a:gd name="connsiteY2" fmla="*/ 1792797 h 6884188"/>
              <a:gd name="connsiteX3" fmla="*/ 1812160 w 5330051"/>
              <a:gd name="connsiteY3" fmla="*/ 3753 h 6884188"/>
              <a:gd name="connsiteX4" fmla="*/ 3783283 w 5330051"/>
              <a:gd name="connsiteY4" fmla="*/ 2183735 h 6884188"/>
              <a:gd name="connsiteX5" fmla="*/ 5244335 w 5330051"/>
              <a:gd name="connsiteY5" fmla="*/ 3435928 h 6884188"/>
              <a:gd name="connsiteX6" fmla="*/ 1812160 w 5330051"/>
              <a:gd name="connsiteY6" fmla="*/ 6868103 h 6884188"/>
              <a:gd name="connsiteX7" fmla="*/ 394315 w 5330051"/>
              <a:gd name="connsiteY7" fmla="*/ 4641876 h 6884188"/>
              <a:gd name="connsiteX0" fmla="*/ 394315 w 5317837"/>
              <a:gd name="connsiteY0" fmla="*/ 4643961 h 6886273"/>
              <a:gd name="connsiteX1" fmla="*/ 1006954 w 5317837"/>
              <a:gd name="connsiteY1" fmla="*/ 2722533 h 6886273"/>
              <a:gd name="connsiteX2" fmla="*/ 967196 w 5317837"/>
              <a:gd name="connsiteY2" fmla="*/ 1794882 h 6886273"/>
              <a:gd name="connsiteX3" fmla="*/ 1812160 w 5317837"/>
              <a:gd name="connsiteY3" fmla="*/ 5838 h 6886273"/>
              <a:gd name="connsiteX4" fmla="*/ 3504988 w 5317837"/>
              <a:gd name="connsiteY4" fmla="*/ 2291838 h 6886273"/>
              <a:gd name="connsiteX5" fmla="*/ 5244335 w 5317837"/>
              <a:gd name="connsiteY5" fmla="*/ 3438013 h 6886273"/>
              <a:gd name="connsiteX6" fmla="*/ 1812160 w 5317837"/>
              <a:gd name="connsiteY6" fmla="*/ 6870188 h 6886273"/>
              <a:gd name="connsiteX7" fmla="*/ 394315 w 5317837"/>
              <a:gd name="connsiteY7" fmla="*/ 4643961 h 6886273"/>
              <a:gd name="connsiteX0" fmla="*/ 394315 w 5317837"/>
              <a:gd name="connsiteY0" fmla="*/ 4643961 h 6886273"/>
              <a:gd name="connsiteX1" fmla="*/ 1006954 w 5317837"/>
              <a:gd name="connsiteY1" fmla="*/ 2722533 h 6886273"/>
              <a:gd name="connsiteX2" fmla="*/ 967196 w 5317837"/>
              <a:gd name="connsiteY2" fmla="*/ 1794882 h 6886273"/>
              <a:gd name="connsiteX3" fmla="*/ 1812160 w 5317837"/>
              <a:gd name="connsiteY3" fmla="*/ 5838 h 6886273"/>
              <a:gd name="connsiteX4" fmla="*/ 3504988 w 5317837"/>
              <a:gd name="connsiteY4" fmla="*/ 2291838 h 6886273"/>
              <a:gd name="connsiteX5" fmla="*/ 5244335 w 5317837"/>
              <a:gd name="connsiteY5" fmla="*/ 3438013 h 6886273"/>
              <a:gd name="connsiteX6" fmla="*/ 1812160 w 5317837"/>
              <a:gd name="connsiteY6" fmla="*/ 6870188 h 6886273"/>
              <a:gd name="connsiteX7" fmla="*/ 394315 w 5317837"/>
              <a:gd name="connsiteY7" fmla="*/ 4643961 h 6886273"/>
              <a:gd name="connsiteX0" fmla="*/ 394315 w 4560486"/>
              <a:gd name="connsiteY0" fmla="*/ 4643961 h 6870671"/>
              <a:gd name="connsiteX1" fmla="*/ 1006954 w 4560486"/>
              <a:gd name="connsiteY1" fmla="*/ 2722533 h 6870671"/>
              <a:gd name="connsiteX2" fmla="*/ 967196 w 4560486"/>
              <a:gd name="connsiteY2" fmla="*/ 1794882 h 6870671"/>
              <a:gd name="connsiteX3" fmla="*/ 1812160 w 4560486"/>
              <a:gd name="connsiteY3" fmla="*/ 5838 h 6870671"/>
              <a:gd name="connsiteX4" fmla="*/ 3504988 w 4560486"/>
              <a:gd name="connsiteY4" fmla="*/ 2291838 h 6870671"/>
              <a:gd name="connsiteX5" fmla="*/ 4435953 w 4560486"/>
              <a:gd name="connsiteY5" fmla="*/ 4451805 h 6870671"/>
              <a:gd name="connsiteX6" fmla="*/ 1812160 w 4560486"/>
              <a:gd name="connsiteY6" fmla="*/ 6870188 h 6870671"/>
              <a:gd name="connsiteX7" fmla="*/ 394315 w 4560486"/>
              <a:gd name="connsiteY7" fmla="*/ 4643961 h 6870671"/>
              <a:gd name="connsiteX0" fmla="*/ 394315 w 4540198"/>
              <a:gd name="connsiteY0" fmla="*/ 4643961 h 6870671"/>
              <a:gd name="connsiteX1" fmla="*/ 1006954 w 4540198"/>
              <a:gd name="connsiteY1" fmla="*/ 2722533 h 6870671"/>
              <a:gd name="connsiteX2" fmla="*/ 967196 w 4540198"/>
              <a:gd name="connsiteY2" fmla="*/ 1794882 h 6870671"/>
              <a:gd name="connsiteX3" fmla="*/ 1812160 w 4540198"/>
              <a:gd name="connsiteY3" fmla="*/ 5838 h 6870671"/>
              <a:gd name="connsiteX4" fmla="*/ 3504988 w 4540198"/>
              <a:gd name="connsiteY4" fmla="*/ 2291838 h 6870671"/>
              <a:gd name="connsiteX5" fmla="*/ 4435953 w 4540198"/>
              <a:gd name="connsiteY5" fmla="*/ 4451805 h 6870671"/>
              <a:gd name="connsiteX6" fmla="*/ 1812160 w 4540198"/>
              <a:gd name="connsiteY6" fmla="*/ 6870188 h 6870671"/>
              <a:gd name="connsiteX7" fmla="*/ 394315 w 4540198"/>
              <a:gd name="connsiteY7" fmla="*/ 4643961 h 6870671"/>
              <a:gd name="connsiteX0" fmla="*/ 394315 w 4522028"/>
              <a:gd name="connsiteY0" fmla="*/ 4643961 h 6870671"/>
              <a:gd name="connsiteX1" fmla="*/ 1006954 w 4522028"/>
              <a:gd name="connsiteY1" fmla="*/ 2722533 h 6870671"/>
              <a:gd name="connsiteX2" fmla="*/ 967196 w 4522028"/>
              <a:gd name="connsiteY2" fmla="*/ 1794882 h 6870671"/>
              <a:gd name="connsiteX3" fmla="*/ 1812160 w 4522028"/>
              <a:gd name="connsiteY3" fmla="*/ 5838 h 6870671"/>
              <a:gd name="connsiteX4" fmla="*/ 3504988 w 4522028"/>
              <a:gd name="connsiteY4" fmla="*/ 2291838 h 6870671"/>
              <a:gd name="connsiteX5" fmla="*/ 4435953 w 4522028"/>
              <a:gd name="connsiteY5" fmla="*/ 4451805 h 6870671"/>
              <a:gd name="connsiteX6" fmla="*/ 1812160 w 4522028"/>
              <a:gd name="connsiteY6" fmla="*/ 6870188 h 6870671"/>
              <a:gd name="connsiteX7" fmla="*/ 394315 w 4522028"/>
              <a:gd name="connsiteY7" fmla="*/ 4643961 h 6870671"/>
              <a:gd name="connsiteX0" fmla="*/ 394315 w 4411521"/>
              <a:gd name="connsiteY0" fmla="*/ 4643961 h 6874435"/>
              <a:gd name="connsiteX1" fmla="*/ 1006954 w 4411521"/>
              <a:gd name="connsiteY1" fmla="*/ 2722533 h 6874435"/>
              <a:gd name="connsiteX2" fmla="*/ 967196 w 4411521"/>
              <a:gd name="connsiteY2" fmla="*/ 1794882 h 6874435"/>
              <a:gd name="connsiteX3" fmla="*/ 1812160 w 4411521"/>
              <a:gd name="connsiteY3" fmla="*/ 5838 h 6874435"/>
              <a:gd name="connsiteX4" fmla="*/ 3504988 w 4411521"/>
              <a:gd name="connsiteY4" fmla="*/ 2291838 h 6874435"/>
              <a:gd name="connsiteX5" fmla="*/ 4316684 w 4411521"/>
              <a:gd name="connsiteY5" fmla="*/ 4054239 h 6874435"/>
              <a:gd name="connsiteX6" fmla="*/ 1812160 w 4411521"/>
              <a:gd name="connsiteY6" fmla="*/ 6870188 h 6874435"/>
              <a:gd name="connsiteX7" fmla="*/ 394315 w 4411521"/>
              <a:gd name="connsiteY7" fmla="*/ 4643961 h 6874435"/>
              <a:gd name="connsiteX0" fmla="*/ 394315 w 4465706"/>
              <a:gd name="connsiteY0" fmla="*/ 4643961 h 6874435"/>
              <a:gd name="connsiteX1" fmla="*/ 1006954 w 4465706"/>
              <a:gd name="connsiteY1" fmla="*/ 2722533 h 6874435"/>
              <a:gd name="connsiteX2" fmla="*/ 967196 w 4465706"/>
              <a:gd name="connsiteY2" fmla="*/ 1794882 h 6874435"/>
              <a:gd name="connsiteX3" fmla="*/ 1812160 w 4465706"/>
              <a:gd name="connsiteY3" fmla="*/ 5838 h 6874435"/>
              <a:gd name="connsiteX4" fmla="*/ 3504988 w 4465706"/>
              <a:gd name="connsiteY4" fmla="*/ 2291838 h 6874435"/>
              <a:gd name="connsiteX5" fmla="*/ 4316684 w 4465706"/>
              <a:gd name="connsiteY5" fmla="*/ 4054239 h 6874435"/>
              <a:gd name="connsiteX6" fmla="*/ 1812160 w 4465706"/>
              <a:gd name="connsiteY6" fmla="*/ 6870188 h 6874435"/>
              <a:gd name="connsiteX7" fmla="*/ 394315 w 4465706"/>
              <a:gd name="connsiteY7" fmla="*/ 4643961 h 6874435"/>
              <a:gd name="connsiteX0" fmla="*/ 394315 w 4465706"/>
              <a:gd name="connsiteY0" fmla="*/ 4643961 h 6874435"/>
              <a:gd name="connsiteX1" fmla="*/ 1006954 w 4465706"/>
              <a:gd name="connsiteY1" fmla="*/ 2722533 h 6874435"/>
              <a:gd name="connsiteX2" fmla="*/ 967196 w 4465706"/>
              <a:gd name="connsiteY2" fmla="*/ 1794882 h 6874435"/>
              <a:gd name="connsiteX3" fmla="*/ 1812160 w 4465706"/>
              <a:gd name="connsiteY3" fmla="*/ 5838 h 6874435"/>
              <a:gd name="connsiteX4" fmla="*/ 3504988 w 4465706"/>
              <a:gd name="connsiteY4" fmla="*/ 2291838 h 6874435"/>
              <a:gd name="connsiteX5" fmla="*/ 4316684 w 4465706"/>
              <a:gd name="connsiteY5" fmla="*/ 4054239 h 6874435"/>
              <a:gd name="connsiteX6" fmla="*/ 1812160 w 4465706"/>
              <a:gd name="connsiteY6" fmla="*/ 6870188 h 6874435"/>
              <a:gd name="connsiteX7" fmla="*/ 394315 w 4465706"/>
              <a:gd name="connsiteY7" fmla="*/ 4643961 h 6874435"/>
              <a:gd name="connsiteX0" fmla="*/ 326705 w 4398096"/>
              <a:gd name="connsiteY0" fmla="*/ 4643961 h 7169629"/>
              <a:gd name="connsiteX1" fmla="*/ 939344 w 4398096"/>
              <a:gd name="connsiteY1" fmla="*/ 2722533 h 7169629"/>
              <a:gd name="connsiteX2" fmla="*/ 899586 w 4398096"/>
              <a:gd name="connsiteY2" fmla="*/ 1794882 h 7169629"/>
              <a:gd name="connsiteX3" fmla="*/ 1744550 w 4398096"/>
              <a:gd name="connsiteY3" fmla="*/ 5838 h 7169629"/>
              <a:gd name="connsiteX4" fmla="*/ 3437378 w 4398096"/>
              <a:gd name="connsiteY4" fmla="*/ 2291838 h 7169629"/>
              <a:gd name="connsiteX5" fmla="*/ 4249074 w 4398096"/>
              <a:gd name="connsiteY5" fmla="*/ 4054239 h 7169629"/>
              <a:gd name="connsiteX6" fmla="*/ 1744550 w 4398096"/>
              <a:gd name="connsiteY6" fmla="*/ 6870188 h 7169629"/>
              <a:gd name="connsiteX7" fmla="*/ 502021 w 4398096"/>
              <a:gd name="connsiteY7" fmla="*/ 6837334 h 7169629"/>
              <a:gd name="connsiteX8" fmla="*/ 326705 w 4398096"/>
              <a:gd name="connsiteY8" fmla="*/ 4643961 h 7169629"/>
              <a:gd name="connsiteX0" fmla="*/ 326705 w 4398096"/>
              <a:gd name="connsiteY0" fmla="*/ 4643961 h 7169629"/>
              <a:gd name="connsiteX1" fmla="*/ 939344 w 4398096"/>
              <a:gd name="connsiteY1" fmla="*/ 2722533 h 7169629"/>
              <a:gd name="connsiteX2" fmla="*/ 899586 w 4398096"/>
              <a:gd name="connsiteY2" fmla="*/ 1794882 h 7169629"/>
              <a:gd name="connsiteX3" fmla="*/ 1744550 w 4398096"/>
              <a:gd name="connsiteY3" fmla="*/ 5838 h 7169629"/>
              <a:gd name="connsiteX4" fmla="*/ 3437378 w 4398096"/>
              <a:gd name="connsiteY4" fmla="*/ 2291838 h 7169629"/>
              <a:gd name="connsiteX5" fmla="*/ 4249074 w 4398096"/>
              <a:gd name="connsiteY5" fmla="*/ 4054239 h 7169629"/>
              <a:gd name="connsiteX6" fmla="*/ 1744550 w 4398096"/>
              <a:gd name="connsiteY6" fmla="*/ 6870188 h 7169629"/>
              <a:gd name="connsiteX7" fmla="*/ 502021 w 4398096"/>
              <a:gd name="connsiteY7" fmla="*/ 6837334 h 7169629"/>
              <a:gd name="connsiteX8" fmla="*/ 326705 w 4398096"/>
              <a:gd name="connsiteY8" fmla="*/ 4643961 h 7169629"/>
              <a:gd name="connsiteX0" fmla="*/ 326705 w 4398096"/>
              <a:gd name="connsiteY0" fmla="*/ 4643961 h 7070927"/>
              <a:gd name="connsiteX1" fmla="*/ 939344 w 4398096"/>
              <a:gd name="connsiteY1" fmla="*/ 2722533 h 7070927"/>
              <a:gd name="connsiteX2" fmla="*/ 899586 w 4398096"/>
              <a:gd name="connsiteY2" fmla="*/ 1794882 h 7070927"/>
              <a:gd name="connsiteX3" fmla="*/ 1744550 w 4398096"/>
              <a:gd name="connsiteY3" fmla="*/ 5838 h 7070927"/>
              <a:gd name="connsiteX4" fmla="*/ 3437378 w 4398096"/>
              <a:gd name="connsiteY4" fmla="*/ 2291838 h 7070927"/>
              <a:gd name="connsiteX5" fmla="*/ 4249074 w 4398096"/>
              <a:gd name="connsiteY5" fmla="*/ 4054239 h 7070927"/>
              <a:gd name="connsiteX6" fmla="*/ 1744550 w 4398096"/>
              <a:gd name="connsiteY6" fmla="*/ 6870188 h 7070927"/>
              <a:gd name="connsiteX7" fmla="*/ 502021 w 4398096"/>
              <a:gd name="connsiteY7" fmla="*/ 6837334 h 7070927"/>
              <a:gd name="connsiteX8" fmla="*/ 326705 w 4398096"/>
              <a:gd name="connsiteY8" fmla="*/ 4643961 h 7070927"/>
              <a:gd name="connsiteX0" fmla="*/ 326705 w 4398096"/>
              <a:gd name="connsiteY0" fmla="*/ 4643961 h 6897753"/>
              <a:gd name="connsiteX1" fmla="*/ 939344 w 4398096"/>
              <a:gd name="connsiteY1" fmla="*/ 2722533 h 6897753"/>
              <a:gd name="connsiteX2" fmla="*/ 899586 w 4398096"/>
              <a:gd name="connsiteY2" fmla="*/ 1794882 h 6897753"/>
              <a:gd name="connsiteX3" fmla="*/ 1744550 w 4398096"/>
              <a:gd name="connsiteY3" fmla="*/ 5838 h 6897753"/>
              <a:gd name="connsiteX4" fmla="*/ 3437378 w 4398096"/>
              <a:gd name="connsiteY4" fmla="*/ 2291838 h 6897753"/>
              <a:gd name="connsiteX5" fmla="*/ 4249074 w 4398096"/>
              <a:gd name="connsiteY5" fmla="*/ 4054239 h 6897753"/>
              <a:gd name="connsiteX6" fmla="*/ 1744550 w 4398096"/>
              <a:gd name="connsiteY6" fmla="*/ 6870188 h 6897753"/>
              <a:gd name="connsiteX7" fmla="*/ 502021 w 4398096"/>
              <a:gd name="connsiteY7" fmla="*/ 6837334 h 6897753"/>
              <a:gd name="connsiteX8" fmla="*/ 326705 w 4398096"/>
              <a:gd name="connsiteY8" fmla="*/ 4643961 h 6897753"/>
              <a:gd name="connsiteX0" fmla="*/ 326705 w 4398096"/>
              <a:gd name="connsiteY0" fmla="*/ 4643961 h 6914224"/>
              <a:gd name="connsiteX1" fmla="*/ 939344 w 4398096"/>
              <a:gd name="connsiteY1" fmla="*/ 2722533 h 6914224"/>
              <a:gd name="connsiteX2" fmla="*/ 899586 w 4398096"/>
              <a:gd name="connsiteY2" fmla="*/ 1794882 h 6914224"/>
              <a:gd name="connsiteX3" fmla="*/ 1744550 w 4398096"/>
              <a:gd name="connsiteY3" fmla="*/ 5838 h 6914224"/>
              <a:gd name="connsiteX4" fmla="*/ 3437378 w 4398096"/>
              <a:gd name="connsiteY4" fmla="*/ 2291838 h 6914224"/>
              <a:gd name="connsiteX5" fmla="*/ 4249074 w 4398096"/>
              <a:gd name="connsiteY5" fmla="*/ 4054239 h 6914224"/>
              <a:gd name="connsiteX6" fmla="*/ 1744550 w 4398096"/>
              <a:gd name="connsiteY6" fmla="*/ 6870188 h 6914224"/>
              <a:gd name="connsiteX7" fmla="*/ 502021 w 4398096"/>
              <a:gd name="connsiteY7" fmla="*/ 6837334 h 6914224"/>
              <a:gd name="connsiteX8" fmla="*/ 326705 w 4398096"/>
              <a:gd name="connsiteY8" fmla="*/ 4643961 h 6914224"/>
              <a:gd name="connsiteX0" fmla="*/ 326705 w 4398096"/>
              <a:gd name="connsiteY0" fmla="*/ 4658865 h 6929128"/>
              <a:gd name="connsiteX1" fmla="*/ 939344 w 4398096"/>
              <a:gd name="connsiteY1" fmla="*/ 2737437 h 6929128"/>
              <a:gd name="connsiteX2" fmla="*/ 899586 w 4398096"/>
              <a:gd name="connsiteY2" fmla="*/ 1809786 h 6929128"/>
              <a:gd name="connsiteX3" fmla="*/ 1744550 w 4398096"/>
              <a:gd name="connsiteY3" fmla="*/ 20742 h 6929128"/>
              <a:gd name="connsiteX4" fmla="*/ 3437378 w 4398096"/>
              <a:gd name="connsiteY4" fmla="*/ 2306742 h 6929128"/>
              <a:gd name="connsiteX5" fmla="*/ 4249074 w 4398096"/>
              <a:gd name="connsiteY5" fmla="*/ 4069143 h 6929128"/>
              <a:gd name="connsiteX6" fmla="*/ 1744550 w 4398096"/>
              <a:gd name="connsiteY6" fmla="*/ 6885092 h 6929128"/>
              <a:gd name="connsiteX7" fmla="*/ 502021 w 4398096"/>
              <a:gd name="connsiteY7" fmla="*/ 6852238 h 6929128"/>
              <a:gd name="connsiteX8" fmla="*/ 326705 w 4398096"/>
              <a:gd name="connsiteY8" fmla="*/ 4658865 h 6929128"/>
              <a:gd name="connsiteX0" fmla="*/ 326705 w 4483428"/>
              <a:gd name="connsiteY0" fmla="*/ 4658865 h 6929128"/>
              <a:gd name="connsiteX1" fmla="*/ 939344 w 4483428"/>
              <a:gd name="connsiteY1" fmla="*/ 2737437 h 6929128"/>
              <a:gd name="connsiteX2" fmla="*/ 899586 w 4483428"/>
              <a:gd name="connsiteY2" fmla="*/ 1809786 h 6929128"/>
              <a:gd name="connsiteX3" fmla="*/ 1744550 w 4483428"/>
              <a:gd name="connsiteY3" fmla="*/ 20742 h 6929128"/>
              <a:gd name="connsiteX4" fmla="*/ 3437378 w 4483428"/>
              <a:gd name="connsiteY4" fmla="*/ 2306742 h 6929128"/>
              <a:gd name="connsiteX5" fmla="*/ 4343657 w 4483428"/>
              <a:gd name="connsiteY5" fmla="*/ 4069143 h 6929128"/>
              <a:gd name="connsiteX6" fmla="*/ 1744550 w 4483428"/>
              <a:gd name="connsiteY6" fmla="*/ 6885092 h 6929128"/>
              <a:gd name="connsiteX7" fmla="*/ 502021 w 4483428"/>
              <a:gd name="connsiteY7" fmla="*/ 6852238 h 6929128"/>
              <a:gd name="connsiteX8" fmla="*/ 326705 w 4483428"/>
              <a:gd name="connsiteY8" fmla="*/ 4658865 h 6929128"/>
              <a:gd name="connsiteX0" fmla="*/ 326705 w 4380151"/>
              <a:gd name="connsiteY0" fmla="*/ 4658865 h 6929128"/>
              <a:gd name="connsiteX1" fmla="*/ 939344 w 4380151"/>
              <a:gd name="connsiteY1" fmla="*/ 2737437 h 6929128"/>
              <a:gd name="connsiteX2" fmla="*/ 899586 w 4380151"/>
              <a:gd name="connsiteY2" fmla="*/ 1809786 h 6929128"/>
              <a:gd name="connsiteX3" fmla="*/ 1744550 w 4380151"/>
              <a:gd name="connsiteY3" fmla="*/ 20742 h 6929128"/>
              <a:gd name="connsiteX4" fmla="*/ 3437378 w 4380151"/>
              <a:gd name="connsiteY4" fmla="*/ 2306742 h 6929128"/>
              <a:gd name="connsiteX5" fmla="*/ 4343657 w 4380151"/>
              <a:gd name="connsiteY5" fmla="*/ 4069143 h 6929128"/>
              <a:gd name="connsiteX6" fmla="*/ 1744550 w 4380151"/>
              <a:gd name="connsiteY6" fmla="*/ 6885092 h 6929128"/>
              <a:gd name="connsiteX7" fmla="*/ 502021 w 4380151"/>
              <a:gd name="connsiteY7" fmla="*/ 6852238 h 6929128"/>
              <a:gd name="connsiteX8" fmla="*/ 326705 w 4380151"/>
              <a:gd name="connsiteY8" fmla="*/ 4658865 h 6929128"/>
              <a:gd name="connsiteX0" fmla="*/ 326705 w 4484583"/>
              <a:gd name="connsiteY0" fmla="*/ 4658865 h 6928136"/>
              <a:gd name="connsiteX1" fmla="*/ 939344 w 4484583"/>
              <a:gd name="connsiteY1" fmla="*/ 2737437 h 6928136"/>
              <a:gd name="connsiteX2" fmla="*/ 899586 w 4484583"/>
              <a:gd name="connsiteY2" fmla="*/ 1809786 h 6928136"/>
              <a:gd name="connsiteX3" fmla="*/ 1744550 w 4484583"/>
              <a:gd name="connsiteY3" fmla="*/ 20742 h 6928136"/>
              <a:gd name="connsiteX4" fmla="*/ 3437378 w 4484583"/>
              <a:gd name="connsiteY4" fmla="*/ 2306742 h 6928136"/>
              <a:gd name="connsiteX5" fmla="*/ 4451752 w 4484583"/>
              <a:gd name="connsiteY5" fmla="*/ 4062323 h 6928136"/>
              <a:gd name="connsiteX6" fmla="*/ 1744550 w 4484583"/>
              <a:gd name="connsiteY6" fmla="*/ 6885092 h 6928136"/>
              <a:gd name="connsiteX7" fmla="*/ 502021 w 4484583"/>
              <a:gd name="connsiteY7" fmla="*/ 6852238 h 6928136"/>
              <a:gd name="connsiteX8" fmla="*/ 326705 w 4484583"/>
              <a:gd name="connsiteY8" fmla="*/ 4658865 h 6928136"/>
              <a:gd name="connsiteX0" fmla="*/ 326705 w 4463958"/>
              <a:gd name="connsiteY0" fmla="*/ 4658865 h 6928136"/>
              <a:gd name="connsiteX1" fmla="*/ 939344 w 4463958"/>
              <a:gd name="connsiteY1" fmla="*/ 2737437 h 6928136"/>
              <a:gd name="connsiteX2" fmla="*/ 899586 w 4463958"/>
              <a:gd name="connsiteY2" fmla="*/ 1809786 h 6928136"/>
              <a:gd name="connsiteX3" fmla="*/ 1744550 w 4463958"/>
              <a:gd name="connsiteY3" fmla="*/ 20742 h 6928136"/>
              <a:gd name="connsiteX4" fmla="*/ 3437378 w 4463958"/>
              <a:gd name="connsiteY4" fmla="*/ 2306742 h 6928136"/>
              <a:gd name="connsiteX5" fmla="*/ 4451752 w 4463958"/>
              <a:gd name="connsiteY5" fmla="*/ 4062323 h 6928136"/>
              <a:gd name="connsiteX6" fmla="*/ 1744550 w 4463958"/>
              <a:gd name="connsiteY6" fmla="*/ 6885092 h 6928136"/>
              <a:gd name="connsiteX7" fmla="*/ 502021 w 4463958"/>
              <a:gd name="connsiteY7" fmla="*/ 6852238 h 6928136"/>
              <a:gd name="connsiteX8" fmla="*/ 326705 w 4463958"/>
              <a:gd name="connsiteY8" fmla="*/ 4658865 h 6928136"/>
              <a:gd name="connsiteX0" fmla="*/ 326705 w 4466093"/>
              <a:gd name="connsiteY0" fmla="*/ 4643389 h 6912660"/>
              <a:gd name="connsiteX1" fmla="*/ 939344 w 4466093"/>
              <a:gd name="connsiteY1" fmla="*/ 2721961 h 6912660"/>
              <a:gd name="connsiteX2" fmla="*/ 899586 w 4466093"/>
              <a:gd name="connsiteY2" fmla="*/ 1794310 h 6912660"/>
              <a:gd name="connsiteX3" fmla="*/ 1744550 w 4466093"/>
              <a:gd name="connsiteY3" fmla="*/ 5266 h 6912660"/>
              <a:gd name="connsiteX4" fmla="*/ 3572496 w 4466093"/>
              <a:gd name="connsiteY4" fmla="*/ 2263987 h 6912660"/>
              <a:gd name="connsiteX5" fmla="*/ 4451752 w 4466093"/>
              <a:gd name="connsiteY5" fmla="*/ 4046847 h 6912660"/>
              <a:gd name="connsiteX6" fmla="*/ 1744550 w 4466093"/>
              <a:gd name="connsiteY6" fmla="*/ 6869616 h 6912660"/>
              <a:gd name="connsiteX7" fmla="*/ 502021 w 4466093"/>
              <a:gd name="connsiteY7" fmla="*/ 6836762 h 6912660"/>
              <a:gd name="connsiteX8" fmla="*/ 326705 w 4466093"/>
              <a:gd name="connsiteY8" fmla="*/ 4643389 h 6912660"/>
              <a:gd name="connsiteX0" fmla="*/ 326705 w 4466093"/>
              <a:gd name="connsiteY0" fmla="*/ 4643389 h 6912660"/>
              <a:gd name="connsiteX1" fmla="*/ 939344 w 4466093"/>
              <a:gd name="connsiteY1" fmla="*/ 2721961 h 6912660"/>
              <a:gd name="connsiteX2" fmla="*/ 899586 w 4466093"/>
              <a:gd name="connsiteY2" fmla="*/ 1794310 h 6912660"/>
              <a:gd name="connsiteX3" fmla="*/ 1744550 w 4466093"/>
              <a:gd name="connsiteY3" fmla="*/ 5266 h 6912660"/>
              <a:gd name="connsiteX4" fmla="*/ 3572496 w 4466093"/>
              <a:gd name="connsiteY4" fmla="*/ 2263987 h 6912660"/>
              <a:gd name="connsiteX5" fmla="*/ 4451752 w 4466093"/>
              <a:gd name="connsiteY5" fmla="*/ 4046847 h 6912660"/>
              <a:gd name="connsiteX6" fmla="*/ 1744550 w 4466093"/>
              <a:gd name="connsiteY6" fmla="*/ 6869616 h 6912660"/>
              <a:gd name="connsiteX7" fmla="*/ 502021 w 4466093"/>
              <a:gd name="connsiteY7" fmla="*/ 6836762 h 6912660"/>
              <a:gd name="connsiteX8" fmla="*/ 326705 w 4466093"/>
              <a:gd name="connsiteY8" fmla="*/ 4643389 h 6912660"/>
              <a:gd name="connsiteX0" fmla="*/ 326705 w 4466093"/>
              <a:gd name="connsiteY0" fmla="*/ 4649712 h 6918983"/>
              <a:gd name="connsiteX1" fmla="*/ 939344 w 4466093"/>
              <a:gd name="connsiteY1" fmla="*/ 2728284 h 6918983"/>
              <a:gd name="connsiteX2" fmla="*/ 899586 w 4466093"/>
              <a:gd name="connsiteY2" fmla="*/ 1800633 h 6918983"/>
              <a:gd name="connsiteX3" fmla="*/ 1744550 w 4466093"/>
              <a:gd name="connsiteY3" fmla="*/ 11589 h 6918983"/>
              <a:gd name="connsiteX4" fmla="*/ 3572496 w 4466093"/>
              <a:gd name="connsiteY4" fmla="*/ 2270310 h 6918983"/>
              <a:gd name="connsiteX5" fmla="*/ 4451752 w 4466093"/>
              <a:gd name="connsiteY5" fmla="*/ 4053170 h 6918983"/>
              <a:gd name="connsiteX6" fmla="*/ 1744550 w 4466093"/>
              <a:gd name="connsiteY6" fmla="*/ 6875939 h 6918983"/>
              <a:gd name="connsiteX7" fmla="*/ 502021 w 4466093"/>
              <a:gd name="connsiteY7" fmla="*/ 6843085 h 6918983"/>
              <a:gd name="connsiteX8" fmla="*/ 326705 w 4466093"/>
              <a:gd name="connsiteY8" fmla="*/ 4649712 h 6918983"/>
              <a:gd name="connsiteX0" fmla="*/ 326705 w 4466093"/>
              <a:gd name="connsiteY0" fmla="*/ 4704425 h 6973696"/>
              <a:gd name="connsiteX1" fmla="*/ 939344 w 4466093"/>
              <a:gd name="connsiteY1" fmla="*/ 2782997 h 6973696"/>
              <a:gd name="connsiteX2" fmla="*/ 899586 w 4466093"/>
              <a:gd name="connsiteY2" fmla="*/ 1855346 h 6973696"/>
              <a:gd name="connsiteX3" fmla="*/ 1744550 w 4466093"/>
              <a:gd name="connsiteY3" fmla="*/ 4925 h 6973696"/>
              <a:gd name="connsiteX4" fmla="*/ 3572496 w 4466093"/>
              <a:gd name="connsiteY4" fmla="*/ 2325023 h 6973696"/>
              <a:gd name="connsiteX5" fmla="*/ 4451752 w 4466093"/>
              <a:gd name="connsiteY5" fmla="*/ 4107883 h 6973696"/>
              <a:gd name="connsiteX6" fmla="*/ 1744550 w 4466093"/>
              <a:gd name="connsiteY6" fmla="*/ 6930652 h 6973696"/>
              <a:gd name="connsiteX7" fmla="*/ 502021 w 4466093"/>
              <a:gd name="connsiteY7" fmla="*/ 6897798 h 6973696"/>
              <a:gd name="connsiteX8" fmla="*/ 326705 w 4466093"/>
              <a:gd name="connsiteY8" fmla="*/ 4704425 h 6973696"/>
              <a:gd name="connsiteX0" fmla="*/ 326705 w 4468010"/>
              <a:gd name="connsiteY0" fmla="*/ 4704425 h 6973696"/>
              <a:gd name="connsiteX1" fmla="*/ 939344 w 4468010"/>
              <a:gd name="connsiteY1" fmla="*/ 2782997 h 6973696"/>
              <a:gd name="connsiteX2" fmla="*/ 899586 w 4468010"/>
              <a:gd name="connsiteY2" fmla="*/ 1855346 h 6973696"/>
              <a:gd name="connsiteX3" fmla="*/ 1744550 w 4468010"/>
              <a:gd name="connsiteY3" fmla="*/ 4925 h 6973696"/>
              <a:gd name="connsiteX4" fmla="*/ 3572496 w 4468010"/>
              <a:gd name="connsiteY4" fmla="*/ 2325023 h 6973696"/>
              <a:gd name="connsiteX5" fmla="*/ 4451752 w 4468010"/>
              <a:gd name="connsiteY5" fmla="*/ 4107883 h 6973696"/>
              <a:gd name="connsiteX6" fmla="*/ 1744550 w 4468010"/>
              <a:gd name="connsiteY6" fmla="*/ 6930652 h 6973696"/>
              <a:gd name="connsiteX7" fmla="*/ 502021 w 4468010"/>
              <a:gd name="connsiteY7" fmla="*/ 6897798 h 6973696"/>
              <a:gd name="connsiteX8" fmla="*/ 326705 w 4468010"/>
              <a:gd name="connsiteY8" fmla="*/ 4704425 h 6973696"/>
              <a:gd name="connsiteX0" fmla="*/ 326705 w 4468010"/>
              <a:gd name="connsiteY0" fmla="*/ 4704425 h 7054694"/>
              <a:gd name="connsiteX1" fmla="*/ 939344 w 4468010"/>
              <a:gd name="connsiteY1" fmla="*/ 2782997 h 7054694"/>
              <a:gd name="connsiteX2" fmla="*/ 899586 w 4468010"/>
              <a:gd name="connsiteY2" fmla="*/ 1855346 h 7054694"/>
              <a:gd name="connsiteX3" fmla="*/ 1744550 w 4468010"/>
              <a:gd name="connsiteY3" fmla="*/ 4925 h 7054694"/>
              <a:gd name="connsiteX4" fmla="*/ 3572496 w 4468010"/>
              <a:gd name="connsiteY4" fmla="*/ 2325023 h 7054694"/>
              <a:gd name="connsiteX5" fmla="*/ 4451752 w 4468010"/>
              <a:gd name="connsiteY5" fmla="*/ 4107883 h 7054694"/>
              <a:gd name="connsiteX6" fmla="*/ 1744550 w 4468010"/>
              <a:gd name="connsiteY6" fmla="*/ 6930652 h 7054694"/>
              <a:gd name="connsiteX7" fmla="*/ 502021 w 4468010"/>
              <a:gd name="connsiteY7" fmla="*/ 6897798 h 7054694"/>
              <a:gd name="connsiteX8" fmla="*/ 326705 w 4468010"/>
              <a:gd name="connsiteY8" fmla="*/ 4704425 h 7054694"/>
              <a:gd name="connsiteX0" fmla="*/ 326705 w 4532916"/>
              <a:gd name="connsiteY0" fmla="*/ 4704425 h 7054694"/>
              <a:gd name="connsiteX1" fmla="*/ 939344 w 4532916"/>
              <a:gd name="connsiteY1" fmla="*/ 2782997 h 7054694"/>
              <a:gd name="connsiteX2" fmla="*/ 899586 w 4532916"/>
              <a:gd name="connsiteY2" fmla="*/ 1855346 h 7054694"/>
              <a:gd name="connsiteX3" fmla="*/ 1744550 w 4532916"/>
              <a:gd name="connsiteY3" fmla="*/ 4925 h 7054694"/>
              <a:gd name="connsiteX4" fmla="*/ 3572496 w 4532916"/>
              <a:gd name="connsiteY4" fmla="*/ 2325023 h 7054694"/>
              <a:gd name="connsiteX5" fmla="*/ 4451752 w 4532916"/>
              <a:gd name="connsiteY5" fmla="*/ 4107883 h 7054694"/>
              <a:gd name="connsiteX6" fmla="*/ 1744550 w 4532916"/>
              <a:gd name="connsiteY6" fmla="*/ 6930652 h 7054694"/>
              <a:gd name="connsiteX7" fmla="*/ 502021 w 4532916"/>
              <a:gd name="connsiteY7" fmla="*/ 6897798 h 7054694"/>
              <a:gd name="connsiteX8" fmla="*/ 326705 w 4532916"/>
              <a:gd name="connsiteY8" fmla="*/ 4704425 h 7054694"/>
              <a:gd name="connsiteX0" fmla="*/ 326705 w 4532916"/>
              <a:gd name="connsiteY0" fmla="*/ 4750315 h 7100584"/>
              <a:gd name="connsiteX1" fmla="*/ 939344 w 4532916"/>
              <a:gd name="connsiteY1" fmla="*/ 2828887 h 7100584"/>
              <a:gd name="connsiteX2" fmla="*/ 899586 w 4532916"/>
              <a:gd name="connsiteY2" fmla="*/ 1901236 h 7100584"/>
              <a:gd name="connsiteX3" fmla="*/ 1744550 w 4532916"/>
              <a:gd name="connsiteY3" fmla="*/ 50815 h 7100584"/>
              <a:gd name="connsiteX4" fmla="*/ 3572496 w 4532916"/>
              <a:gd name="connsiteY4" fmla="*/ 2370913 h 7100584"/>
              <a:gd name="connsiteX5" fmla="*/ 4451752 w 4532916"/>
              <a:gd name="connsiteY5" fmla="*/ 4153773 h 7100584"/>
              <a:gd name="connsiteX6" fmla="*/ 1744550 w 4532916"/>
              <a:gd name="connsiteY6" fmla="*/ 6976542 h 7100584"/>
              <a:gd name="connsiteX7" fmla="*/ 502021 w 4532916"/>
              <a:gd name="connsiteY7" fmla="*/ 6943688 h 7100584"/>
              <a:gd name="connsiteX8" fmla="*/ 326705 w 4532916"/>
              <a:gd name="connsiteY8" fmla="*/ 4750315 h 7100584"/>
              <a:gd name="connsiteX0" fmla="*/ 326705 w 4531781"/>
              <a:gd name="connsiteY0" fmla="*/ 4743983 h 7094252"/>
              <a:gd name="connsiteX1" fmla="*/ 939344 w 4531781"/>
              <a:gd name="connsiteY1" fmla="*/ 2822555 h 7094252"/>
              <a:gd name="connsiteX2" fmla="*/ 899586 w 4531781"/>
              <a:gd name="connsiteY2" fmla="*/ 1894904 h 7094252"/>
              <a:gd name="connsiteX3" fmla="*/ 1744550 w 4531781"/>
              <a:gd name="connsiteY3" fmla="*/ 44483 h 7094252"/>
              <a:gd name="connsiteX4" fmla="*/ 3557109 w 4531781"/>
              <a:gd name="connsiteY4" fmla="*/ 2204324 h 7094252"/>
              <a:gd name="connsiteX5" fmla="*/ 4451752 w 4531781"/>
              <a:gd name="connsiteY5" fmla="*/ 4147441 h 7094252"/>
              <a:gd name="connsiteX6" fmla="*/ 1744550 w 4531781"/>
              <a:gd name="connsiteY6" fmla="*/ 6970210 h 7094252"/>
              <a:gd name="connsiteX7" fmla="*/ 502021 w 4531781"/>
              <a:gd name="connsiteY7" fmla="*/ 6937356 h 7094252"/>
              <a:gd name="connsiteX8" fmla="*/ 326705 w 4531781"/>
              <a:gd name="connsiteY8" fmla="*/ 4743983 h 7094252"/>
              <a:gd name="connsiteX0" fmla="*/ 326705 w 4561945"/>
              <a:gd name="connsiteY0" fmla="*/ 4743983 h 7094252"/>
              <a:gd name="connsiteX1" fmla="*/ 939344 w 4561945"/>
              <a:gd name="connsiteY1" fmla="*/ 2822555 h 7094252"/>
              <a:gd name="connsiteX2" fmla="*/ 899586 w 4561945"/>
              <a:gd name="connsiteY2" fmla="*/ 1894904 h 7094252"/>
              <a:gd name="connsiteX3" fmla="*/ 1744550 w 4561945"/>
              <a:gd name="connsiteY3" fmla="*/ 44483 h 7094252"/>
              <a:gd name="connsiteX4" fmla="*/ 3557109 w 4561945"/>
              <a:gd name="connsiteY4" fmla="*/ 2204324 h 7094252"/>
              <a:gd name="connsiteX5" fmla="*/ 4451752 w 4561945"/>
              <a:gd name="connsiteY5" fmla="*/ 4147441 h 7094252"/>
              <a:gd name="connsiteX6" fmla="*/ 1744550 w 4561945"/>
              <a:gd name="connsiteY6" fmla="*/ 6970210 h 7094252"/>
              <a:gd name="connsiteX7" fmla="*/ 502021 w 4561945"/>
              <a:gd name="connsiteY7" fmla="*/ 6937356 h 7094252"/>
              <a:gd name="connsiteX8" fmla="*/ 326705 w 4561945"/>
              <a:gd name="connsiteY8" fmla="*/ 4743983 h 7094252"/>
              <a:gd name="connsiteX0" fmla="*/ 326705 w 4567636"/>
              <a:gd name="connsiteY0" fmla="*/ 4748813 h 7099082"/>
              <a:gd name="connsiteX1" fmla="*/ 939344 w 4567636"/>
              <a:gd name="connsiteY1" fmla="*/ 2827385 h 7099082"/>
              <a:gd name="connsiteX2" fmla="*/ 899586 w 4567636"/>
              <a:gd name="connsiteY2" fmla="*/ 1899734 h 7099082"/>
              <a:gd name="connsiteX3" fmla="*/ 1744550 w 4567636"/>
              <a:gd name="connsiteY3" fmla="*/ 49313 h 7099082"/>
              <a:gd name="connsiteX4" fmla="*/ 3618653 w 4567636"/>
              <a:gd name="connsiteY4" fmla="*/ 2193893 h 7099082"/>
              <a:gd name="connsiteX5" fmla="*/ 4451752 w 4567636"/>
              <a:gd name="connsiteY5" fmla="*/ 4152271 h 7099082"/>
              <a:gd name="connsiteX6" fmla="*/ 1744550 w 4567636"/>
              <a:gd name="connsiteY6" fmla="*/ 6975040 h 7099082"/>
              <a:gd name="connsiteX7" fmla="*/ 502021 w 4567636"/>
              <a:gd name="connsiteY7" fmla="*/ 6942186 h 7099082"/>
              <a:gd name="connsiteX8" fmla="*/ 326705 w 4567636"/>
              <a:gd name="connsiteY8" fmla="*/ 4748813 h 7099082"/>
              <a:gd name="connsiteX0" fmla="*/ 326705 w 4559827"/>
              <a:gd name="connsiteY0" fmla="*/ 4748813 h 7099082"/>
              <a:gd name="connsiteX1" fmla="*/ 939344 w 4559827"/>
              <a:gd name="connsiteY1" fmla="*/ 2827385 h 7099082"/>
              <a:gd name="connsiteX2" fmla="*/ 899586 w 4559827"/>
              <a:gd name="connsiteY2" fmla="*/ 1899734 h 7099082"/>
              <a:gd name="connsiteX3" fmla="*/ 1744550 w 4559827"/>
              <a:gd name="connsiteY3" fmla="*/ 49313 h 7099082"/>
              <a:gd name="connsiteX4" fmla="*/ 3618653 w 4559827"/>
              <a:gd name="connsiteY4" fmla="*/ 2193893 h 7099082"/>
              <a:gd name="connsiteX5" fmla="*/ 4451752 w 4559827"/>
              <a:gd name="connsiteY5" fmla="*/ 4152271 h 7099082"/>
              <a:gd name="connsiteX6" fmla="*/ 1744550 w 4559827"/>
              <a:gd name="connsiteY6" fmla="*/ 6975040 h 7099082"/>
              <a:gd name="connsiteX7" fmla="*/ 502021 w 4559827"/>
              <a:gd name="connsiteY7" fmla="*/ 6942186 h 7099082"/>
              <a:gd name="connsiteX8" fmla="*/ 326705 w 4559827"/>
              <a:gd name="connsiteY8" fmla="*/ 4748813 h 7099082"/>
              <a:gd name="connsiteX0" fmla="*/ 326705 w 4562325"/>
              <a:gd name="connsiteY0" fmla="*/ 4748813 h 7099082"/>
              <a:gd name="connsiteX1" fmla="*/ 939344 w 4562325"/>
              <a:gd name="connsiteY1" fmla="*/ 2827385 h 7099082"/>
              <a:gd name="connsiteX2" fmla="*/ 899586 w 4562325"/>
              <a:gd name="connsiteY2" fmla="*/ 1899734 h 7099082"/>
              <a:gd name="connsiteX3" fmla="*/ 1744550 w 4562325"/>
              <a:gd name="connsiteY3" fmla="*/ 49313 h 7099082"/>
              <a:gd name="connsiteX4" fmla="*/ 3618653 w 4562325"/>
              <a:gd name="connsiteY4" fmla="*/ 2193893 h 7099082"/>
              <a:gd name="connsiteX5" fmla="*/ 4451752 w 4562325"/>
              <a:gd name="connsiteY5" fmla="*/ 4152271 h 7099082"/>
              <a:gd name="connsiteX6" fmla="*/ 1744550 w 4562325"/>
              <a:gd name="connsiteY6" fmla="*/ 6975040 h 7099082"/>
              <a:gd name="connsiteX7" fmla="*/ 502021 w 4562325"/>
              <a:gd name="connsiteY7" fmla="*/ 6942186 h 7099082"/>
              <a:gd name="connsiteX8" fmla="*/ 326705 w 4562325"/>
              <a:gd name="connsiteY8" fmla="*/ 4748813 h 7099082"/>
              <a:gd name="connsiteX0" fmla="*/ 326705 w 4632793"/>
              <a:gd name="connsiteY0" fmla="*/ 4748813 h 7115582"/>
              <a:gd name="connsiteX1" fmla="*/ 939344 w 4632793"/>
              <a:gd name="connsiteY1" fmla="*/ 2827385 h 7115582"/>
              <a:gd name="connsiteX2" fmla="*/ 899586 w 4632793"/>
              <a:gd name="connsiteY2" fmla="*/ 1899734 h 7115582"/>
              <a:gd name="connsiteX3" fmla="*/ 1744550 w 4632793"/>
              <a:gd name="connsiteY3" fmla="*/ 49313 h 7115582"/>
              <a:gd name="connsiteX4" fmla="*/ 3618653 w 4632793"/>
              <a:gd name="connsiteY4" fmla="*/ 2193893 h 7115582"/>
              <a:gd name="connsiteX5" fmla="*/ 4528683 w 4632793"/>
              <a:gd name="connsiteY5" fmla="*/ 4213322 h 7115582"/>
              <a:gd name="connsiteX6" fmla="*/ 1744550 w 4632793"/>
              <a:gd name="connsiteY6" fmla="*/ 6975040 h 7115582"/>
              <a:gd name="connsiteX7" fmla="*/ 502021 w 4632793"/>
              <a:gd name="connsiteY7" fmla="*/ 6942186 h 7115582"/>
              <a:gd name="connsiteX8" fmla="*/ 326705 w 4632793"/>
              <a:gd name="connsiteY8" fmla="*/ 4748813 h 7115582"/>
              <a:gd name="connsiteX0" fmla="*/ 326705 w 4660693"/>
              <a:gd name="connsiteY0" fmla="*/ 4748813 h 7115582"/>
              <a:gd name="connsiteX1" fmla="*/ 939344 w 4660693"/>
              <a:gd name="connsiteY1" fmla="*/ 2827385 h 7115582"/>
              <a:gd name="connsiteX2" fmla="*/ 899586 w 4660693"/>
              <a:gd name="connsiteY2" fmla="*/ 1899734 h 7115582"/>
              <a:gd name="connsiteX3" fmla="*/ 1744550 w 4660693"/>
              <a:gd name="connsiteY3" fmla="*/ 49313 h 7115582"/>
              <a:gd name="connsiteX4" fmla="*/ 3618653 w 4660693"/>
              <a:gd name="connsiteY4" fmla="*/ 2193893 h 7115582"/>
              <a:gd name="connsiteX5" fmla="*/ 4528683 w 4660693"/>
              <a:gd name="connsiteY5" fmla="*/ 4213322 h 7115582"/>
              <a:gd name="connsiteX6" fmla="*/ 1744550 w 4660693"/>
              <a:gd name="connsiteY6" fmla="*/ 6975040 h 7115582"/>
              <a:gd name="connsiteX7" fmla="*/ 502021 w 4660693"/>
              <a:gd name="connsiteY7" fmla="*/ 6942186 h 7115582"/>
              <a:gd name="connsiteX8" fmla="*/ 326705 w 4660693"/>
              <a:gd name="connsiteY8" fmla="*/ 4748813 h 711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60693" h="7115582">
                <a:moveTo>
                  <a:pt x="326705" y="4748813"/>
                </a:moveTo>
                <a:cubicBezTo>
                  <a:pt x="399592" y="4063013"/>
                  <a:pt x="-778424" y="2545753"/>
                  <a:pt x="939344" y="2827385"/>
                </a:cubicBezTo>
                <a:cubicBezTo>
                  <a:pt x="775303" y="2426530"/>
                  <a:pt x="1315350" y="2645169"/>
                  <a:pt x="899586" y="1899734"/>
                </a:cubicBezTo>
                <a:cubicBezTo>
                  <a:pt x="410936" y="836248"/>
                  <a:pt x="1291372" y="286"/>
                  <a:pt x="1744550" y="49313"/>
                </a:cubicBezTo>
                <a:cubicBezTo>
                  <a:pt x="2197728" y="98340"/>
                  <a:pt x="3063397" y="-627239"/>
                  <a:pt x="3618653" y="2193893"/>
                </a:cubicBezTo>
                <a:cubicBezTo>
                  <a:pt x="3978555" y="3547949"/>
                  <a:pt x="5027272" y="2707210"/>
                  <a:pt x="4528683" y="4213322"/>
                </a:cubicBezTo>
                <a:cubicBezTo>
                  <a:pt x="3594794" y="7985251"/>
                  <a:pt x="3117807" y="7014774"/>
                  <a:pt x="1744550" y="6975040"/>
                </a:cubicBezTo>
                <a:cubicBezTo>
                  <a:pt x="371293" y="6935306"/>
                  <a:pt x="1241910" y="6955416"/>
                  <a:pt x="502021" y="6942186"/>
                </a:cubicBezTo>
                <a:cubicBezTo>
                  <a:pt x="1193366" y="5477843"/>
                  <a:pt x="253818" y="5434613"/>
                  <a:pt x="326705" y="4748813"/>
                </a:cubicBezTo>
                <a:close/>
              </a:path>
            </a:pathLst>
          </a:custGeom>
          <a:blipFill>
            <a:blip r:embed="rId3"/>
            <a:stretch>
              <a:fillRect l="-39574" t="1588" r="-18788" b="158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28194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11</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Nguyễn Tấn Minh</dc:creator>
  <cp:revision>661</cp:revision>
  <dcterms:created xsi:type="dcterms:W3CDTF">2025-10-08T07:06:58Z</dcterms:created>
  <dcterms:modified xsi:type="dcterms:W3CDTF">2025-11-11T04:39:30Z</dcterms:modified>
</cp:coreProperties>
</file>